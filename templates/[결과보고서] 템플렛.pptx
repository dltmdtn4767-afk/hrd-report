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handoutMasterIdLst>
    <p:handoutMasterId r:id="rId14"/>
  </p:handoutMasterIdLst>
  <p:sldIdLst>
    <p:sldId id="279" r:id="rId2"/>
    <p:sldId id="301" r:id="rId3"/>
    <p:sldId id="296" r:id="rId4"/>
    <p:sldId id="553" r:id="rId5"/>
    <p:sldId id="579" r:id="rId6"/>
    <p:sldId id="431" r:id="rId7"/>
    <p:sldId id="566" r:id="rId8"/>
    <p:sldId id="334" r:id="rId9"/>
    <p:sldId id="593" r:id="rId10"/>
    <p:sldId id="546" r:id="rId11"/>
    <p:sldId id="548" r:id="rId12"/>
    <p:sldId id="355" r:id="rId13"/>
  </p:sldIdLst>
  <p:sldSz cx="9906000" cy="6858000" type="A4"/>
  <p:notesSz cx="9144000" cy="6858000"/>
  <p:embeddedFontLst>
    <p:embeddedFont>
      <p:font typeface="KoPubWorld돋움체 Bold" panose="020B0600000101010101" charset="-127"/>
      <p:bold r:id="rId15"/>
    </p:embeddedFont>
    <p:embeddedFont>
      <p:font typeface="KoPubWorld돋움체 Medium" panose="020B0600000101010101" charset="-127"/>
      <p:regular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KoPub돋움체 Medium" panose="02020603020101020101" pitchFamily="18" charset="-127"/>
      <p:regular r:id="rId21"/>
    </p:embeddedFont>
    <p:embeddedFont>
      <p:font typeface="Times" panose="02020603050405020304" pitchFamily="18" charset="0"/>
      <p:regular r:id="rId22"/>
      <p:bold r:id="rId23"/>
      <p:italic r:id="rId24"/>
      <p:boldItalic r:id="rId25"/>
    </p:embeddedFont>
    <p:embeddedFont>
      <p:font typeface="나눔바른고딕" panose="020B0603020101020101" pitchFamily="50" charset="-127"/>
      <p:regular r:id="rId26"/>
      <p:bold r:id="rId27"/>
    </p:embeddedFont>
    <p:embeddedFont>
      <p:font typeface="나눔스퀘어" panose="020B0600000101010101" pitchFamily="50" charset="-127"/>
      <p:regular r:id="rId28"/>
    </p:embeddedFont>
    <p:embeddedFont>
      <p:font typeface="나눔스퀘어 ExtraBold" panose="020B0600000101010101" pitchFamily="50" charset="-127"/>
      <p:bold r:id="rId29"/>
    </p:embeddedFont>
    <p:embeddedFont>
      <p:font typeface="나눔스퀘어 Light" panose="020B0600000101010101" pitchFamily="50" charset="-127"/>
      <p:regular r:id="rId30"/>
    </p:embeddedFont>
    <p:embeddedFont>
      <p:font typeface="나눔스퀘어 네오 Bold" panose="00000800000000000000" pitchFamily="2" charset="-127"/>
      <p:bold r:id="rId31"/>
    </p:embeddedFont>
    <p:embeddedFont>
      <p:font typeface="맑은 고딕" panose="020B0503020000020004" pitchFamily="50" charset="-127"/>
      <p:regular r:id="rId32"/>
      <p:bold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7476665D-6754-45FC-B3FE-2081B255D888}">
          <p14:sldIdLst>
            <p14:sldId id="279"/>
            <p14:sldId id="301"/>
          </p14:sldIdLst>
        </p14:section>
        <p14:section name="실시개요" id="{DAF4E9B2-C12D-4026-98CC-4F280276E605}">
          <p14:sldIdLst>
            <p14:sldId id="296"/>
            <p14:sldId id="553"/>
            <p14:sldId id="579"/>
            <p14:sldId id="431"/>
            <p14:sldId id="566"/>
          </p14:sldIdLst>
        </p14:section>
        <p14:section name="만족도 결과" id="{CC018DD9-5C99-4F59-8E5F-B2C05ADA1F11}">
          <p14:sldIdLst>
            <p14:sldId id="334"/>
            <p14:sldId id="593"/>
            <p14:sldId id="546"/>
            <p14:sldId id="548"/>
          </p14:sldIdLst>
        </p14:section>
        <p14:section name="제목 없는 구역" id="{0741E98F-4604-489C-AEE9-F7F3B5C59AF8}">
          <p14:sldIdLst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3997" userDrawn="1">
          <p15:clr>
            <a:srgbClr val="9FCC3B"/>
          </p15:clr>
        </p15:guide>
        <p15:guide id="6" pos="217" userDrawn="1">
          <p15:clr>
            <a:srgbClr val="9FCC3B"/>
          </p15:clr>
        </p15:guide>
        <p15:guide id="7" orient="horz" pos="504" userDrawn="1">
          <p15:clr>
            <a:srgbClr val="9FCC3B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EF8"/>
    <a:srgbClr val="B4C7E7"/>
    <a:srgbClr val="EEB7F7"/>
    <a:srgbClr val="FBADAB"/>
    <a:srgbClr val="BDD7EE"/>
    <a:srgbClr val="C5E0B4"/>
    <a:srgbClr val="FFE699"/>
    <a:srgbClr val="1EBC89"/>
    <a:srgbClr val="F8CBAD"/>
    <a:srgbClr val="211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93634-0174-47C3-89F6-A86A62E20B8E}" v="3" dt="2026-02-11T13:24:36.6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0" autoAdjust="0"/>
    <p:restoredTop sz="94660"/>
  </p:normalViewPr>
  <p:slideViewPr>
    <p:cSldViewPr showGuides="1">
      <p:cViewPr varScale="1">
        <p:scale>
          <a:sx n="82" d="100"/>
          <a:sy n="82" d="100"/>
        </p:scale>
        <p:origin x="1306" y="72"/>
      </p:cViewPr>
      <p:guideLst>
        <p:guide orient="horz" pos="3997"/>
        <p:guide pos="217"/>
        <p:guide orient="horz" pos="50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470"/>
    </p:cViewPr>
  </p:sorterViewPr>
  <p:notesViewPr>
    <p:cSldViewPr showGuides="1">
      <p:cViewPr varScale="1">
        <p:scale>
          <a:sx n="117" d="100"/>
          <a:sy n="117" d="100"/>
        </p:scale>
        <p:origin x="23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microsoft.com/office/2015/10/relationships/revisionInfo" Target="revisionInfo.xml"/><Relationship Id="rId21" Type="http://schemas.openxmlformats.org/officeDocument/2006/relationships/font" Target="fonts/font7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서정은 EXC" userId="e6e14f19ea10556a" providerId="LiveId" clId="{82CADE94-EFD5-4D8E-A7D9-5D0A6957C7E9}"/>
    <pc:docChg chg="undo custSel addSld delSld modSld sldOrd modMainMaster modSection">
      <pc:chgData name="서정은 EXC" userId="e6e14f19ea10556a" providerId="LiveId" clId="{82CADE94-EFD5-4D8E-A7D9-5D0A6957C7E9}" dt="2026-02-11T13:24:52.278" v="2630"/>
      <pc:docMkLst>
        <pc:docMk/>
      </pc:docMkLst>
      <pc:sldChg chg="addSp modSp mod">
        <pc:chgData name="서정은 EXC" userId="e6e14f19ea10556a" providerId="LiveId" clId="{82CADE94-EFD5-4D8E-A7D9-5D0A6957C7E9}" dt="2026-02-11T13:23:11.906" v="2599" actId="14100"/>
        <pc:sldMkLst>
          <pc:docMk/>
          <pc:sldMk cId="4134529004" sldId="279"/>
        </pc:sldMkLst>
        <pc:spChg chg="add mod">
          <ac:chgData name="서정은 EXC" userId="e6e14f19ea10556a" providerId="LiveId" clId="{82CADE94-EFD5-4D8E-A7D9-5D0A6957C7E9}" dt="2026-02-11T13:23:00.193" v="2596" actId="1582"/>
          <ac:spMkLst>
            <pc:docMk/>
            <pc:sldMk cId="4134529004" sldId="279"/>
            <ac:spMk id="2" creationId="{431FA577-0910-60B6-1C58-B0BDD71EF788}"/>
          </ac:spMkLst>
        </pc:spChg>
        <pc:spChg chg="add mod">
          <ac:chgData name="서정은 EXC" userId="e6e14f19ea10556a" providerId="LiveId" clId="{82CADE94-EFD5-4D8E-A7D9-5D0A6957C7E9}" dt="2026-02-11T13:23:11.906" v="2599" actId="14100"/>
          <ac:spMkLst>
            <pc:docMk/>
            <pc:sldMk cId="4134529004" sldId="279"/>
            <ac:spMk id="3" creationId="{934D9DF6-5CC6-71DB-9418-AE34C199A5A9}"/>
          </ac:spMkLst>
        </pc:spChg>
        <pc:spChg chg="mod">
          <ac:chgData name="서정은 EXC" userId="e6e14f19ea10556a" providerId="LiveId" clId="{82CADE94-EFD5-4D8E-A7D9-5D0A6957C7E9}" dt="2026-02-11T13:22:34.199" v="2588" actId="20577"/>
          <ac:spMkLst>
            <pc:docMk/>
            <pc:sldMk cId="4134529004" sldId="279"/>
            <ac:spMk id="10" creationId="{00000000-0000-0000-0000-000000000000}"/>
          </ac:spMkLst>
        </pc:spChg>
      </pc:sldChg>
      <pc:sldChg chg="addSp delSp modSp mod ord">
        <pc:chgData name="서정은 EXC" userId="e6e14f19ea10556a" providerId="LiveId" clId="{82CADE94-EFD5-4D8E-A7D9-5D0A6957C7E9}" dt="2026-02-11T13:24:52.278" v="2630"/>
        <pc:sldMkLst>
          <pc:docMk/>
          <pc:sldMk cId="269939103" sldId="431"/>
        </pc:sldMkLst>
        <pc:spChg chg="add mod">
          <ac:chgData name="서정은 EXC" userId="e6e14f19ea10556a" providerId="LiveId" clId="{82CADE94-EFD5-4D8E-A7D9-5D0A6957C7E9}" dt="2026-02-11T13:23:29.401" v="2604" actId="478"/>
          <ac:spMkLst>
            <pc:docMk/>
            <pc:sldMk cId="269939103" sldId="431"/>
            <ac:spMk id="3" creationId="{1A89161D-2DF1-B2AC-5421-44E8AAF7BD65}"/>
          </ac:spMkLst>
        </pc:spChg>
        <pc:spChg chg="add mod">
          <ac:chgData name="서정은 EXC" userId="e6e14f19ea10556a" providerId="LiveId" clId="{82CADE94-EFD5-4D8E-A7D9-5D0A6957C7E9}" dt="2026-02-11T13:23:29.751" v="2605" actId="478"/>
          <ac:spMkLst>
            <pc:docMk/>
            <pc:sldMk cId="269939103" sldId="431"/>
            <ac:spMk id="5" creationId="{F54E57AE-426B-2C1D-F044-B2A9F4911461}"/>
          </ac:spMkLst>
        </pc:spChg>
        <pc:picChg chg="del">
          <ac:chgData name="서정은 EXC" userId="e6e14f19ea10556a" providerId="LiveId" clId="{82CADE94-EFD5-4D8E-A7D9-5D0A6957C7E9}" dt="2026-02-11T13:23:29.401" v="2604" actId="478"/>
          <ac:picMkLst>
            <pc:docMk/>
            <pc:sldMk cId="269939103" sldId="431"/>
            <ac:picMk id="8" creationId="{243FC5A1-7DBC-37AB-4001-A489EF55995B}"/>
          </ac:picMkLst>
        </pc:picChg>
        <pc:picChg chg="del">
          <ac:chgData name="서정은 EXC" userId="e6e14f19ea10556a" providerId="LiveId" clId="{82CADE94-EFD5-4D8E-A7D9-5D0A6957C7E9}" dt="2026-02-11T13:23:29.751" v="2605" actId="478"/>
          <ac:picMkLst>
            <pc:docMk/>
            <pc:sldMk cId="269939103" sldId="431"/>
            <ac:picMk id="11" creationId="{4A0F46D9-1756-61AE-D851-D98A0F7075D9}"/>
          </ac:picMkLst>
        </pc:picChg>
      </pc:sldChg>
      <pc:sldChg chg="add">
        <pc:chgData name="서정은 EXC" userId="e6e14f19ea10556a" providerId="LiveId" clId="{82CADE94-EFD5-4D8E-A7D9-5D0A6957C7E9}" dt="2026-02-11T13:24:36.660" v="2611"/>
        <pc:sldMkLst>
          <pc:docMk/>
          <pc:sldMk cId="4266093640" sldId="444"/>
        </pc:sldMkLst>
      </pc:sldChg>
      <pc:sldChg chg="addSp modSp mod">
        <pc:chgData name="서정은 EXC" userId="e6e14f19ea10556a" providerId="LiveId" clId="{82CADE94-EFD5-4D8E-A7D9-5D0A6957C7E9}" dt="2026-02-11T13:23:23.091" v="2603" actId="14100"/>
        <pc:sldMkLst>
          <pc:docMk/>
          <pc:sldMk cId="3813037692" sldId="553"/>
        </pc:sldMkLst>
        <pc:spChg chg="add mod">
          <ac:chgData name="서정은 EXC" userId="e6e14f19ea10556a" providerId="LiveId" clId="{82CADE94-EFD5-4D8E-A7D9-5D0A6957C7E9}" dt="2026-02-11T13:23:23.091" v="2603" actId="14100"/>
          <ac:spMkLst>
            <pc:docMk/>
            <pc:sldMk cId="3813037692" sldId="553"/>
            <ac:spMk id="2" creationId="{71DDC40A-6F4B-CE46-DD50-D6DC8C0CC020}"/>
          </ac:spMkLst>
        </pc:spChg>
      </pc:sldChg>
      <pc:sldChg chg="addSp delSp modSp mod">
        <pc:chgData name="서정은 EXC" userId="e6e14f19ea10556a" providerId="LiveId" clId="{82CADE94-EFD5-4D8E-A7D9-5D0A6957C7E9}" dt="2026-02-11T13:23:34.560" v="2610" actId="478"/>
        <pc:sldMkLst>
          <pc:docMk/>
          <pc:sldMk cId="552843752" sldId="566"/>
        </pc:sldMkLst>
        <pc:spChg chg="add mod">
          <ac:chgData name="서정은 EXC" userId="e6e14f19ea10556a" providerId="LiveId" clId="{82CADE94-EFD5-4D8E-A7D9-5D0A6957C7E9}" dt="2026-02-11T13:23:31.825" v="2606" actId="478"/>
          <ac:spMkLst>
            <pc:docMk/>
            <pc:sldMk cId="552843752" sldId="566"/>
            <ac:spMk id="3" creationId="{C77280C3-91FB-80A3-49D3-316F0D1F0AA3}"/>
          </ac:spMkLst>
        </pc:spChg>
        <pc:spChg chg="add mod">
          <ac:chgData name="서정은 EXC" userId="e6e14f19ea10556a" providerId="LiveId" clId="{82CADE94-EFD5-4D8E-A7D9-5D0A6957C7E9}" dt="2026-02-11T13:23:32.284" v="2607" actId="478"/>
          <ac:spMkLst>
            <pc:docMk/>
            <pc:sldMk cId="552843752" sldId="566"/>
            <ac:spMk id="5" creationId="{7430C3B7-0105-72DA-7A95-3E6A7BE3E895}"/>
          </ac:spMkLst>
        </pc:spChg>
        <pc:spChg chg="add mod">
          <ac:chgData name="서정은 EXC" userId="e6e14f19ea10556a" providerId="LiveId" clId="{82CADE94-EFD5-4D8E-A7D9-5D0A6957C7E9}" dt="2026-02-11T13:23:33.182" v="2608" actId="478"/>
          <ac:spMkLst>
            <pc:docMk/>
            <pc:sldMk cId="552843752" sldId="566"/>
            <ac:spMk id="7" creationId="{DEE5D2D2-A711-20AC-1AC4-0E90EF482B14}"/>
          </ac:spMkLst>
        </pc:spChg>
        <pc:spChg chg="add mod">
          <ac:chgData name="서정은 EXC" userId="e6e14f19ea10556a" providerId="LiveId" clId="{82CADE94-EFD5-4D8E-A7D9-5D0A6957C7E9}" dt="2026-02-11T13:23:34.002" v="2609" actId="478"/>
          <ac:spMkLst>
            <pc:docMk/>
            <pc:sldMk cId="552843752" sldId="566"/>
            <ac:spMk id="9" creationId="{6F2375A9-79E9-11CD-45EE-D98ACA03D187}"/>
          </ac:spMkLst>
        </pc:spChg>
        <pc:spChg chg="add mod">
          <ac:chgData name="서정은 EXC" userId="e6e14f19ea10556a" providerId="LiveId" clId="{82CADE94-EFD5-4D8E-A7D9-5D0A6957C7E9}" dt="2026-02-11T13:23:34.560" v="2610" actId="478"/>
          <ac:spMkLst>
            <pc:docMk/>
            <pc:sldMk cId="552843752" sldId="566"/>
            <ac:spMk id="11" creationId="{42D3923D-468D-8C7C-433E-9279DC711204}"/>
          </ac:spMkLst>
        </pc:spChg>
        <pc:picChg chg="del">
          <ac:chgData name="서정은 EXC" userId="e6e14f19ea10556a" providerId="LiveId" clId="{82CADE94-EFD5-4D8E-A7D9-5D0A6957C7E9}" dt="2026-02-11T13:23:31.825" v="2606" actId="478"/>
          <ac:picMkLst>
            <pc:docMk/>
            <pc:sldMk cId="552843752" sldId="566"/>
            <ac:picMk id="14" creationId="{11DCC8DC-CD6C-3C7B-3519-77575D40BBF6}"/>
          </ac:picMkLst>
        </pc:picChg>
        <pc:picChg chg="del">
          <ac:chgData name="서정은 EXC" userId="e6e14f19ea10556a" providerId="LiveId" clId="{82CADE94-EFD5-4D8E-A7D9-5D0A6957C7E9}" dt="2026-02-11T13:23:32.284" v="2607" actId="478"/>
          <ac:picMkLst>
            <pc:docMk/>
            <pc:sldMk cId="552843752" sldId="566"/>
            <ac:picMk id="16" creationId="{93A38DCD-A6A9-4544-C0B0-FEECDEA1B968}"/>
          </ac:picMkLst>
        </pc:picChg>
        <pc:picChg chg="del">
          <ac:chgData name="서정은 EXC" userId="e6e14f19ea10556a" providerId="LiveId" clId="{82CADE94-EFD5-4D8E-A7D9-5D0A6957C7E9}" dt="2026-02-11T13:23:33.182" v="2608" actId="478"/>
          <ac:picMkLst>
            <pc:docMk/>
            <pc:sldMk cId="552843752" sldId="566"/>
            <ac:picMk id="18" creationId="{F89718B7-005D-74E8-D933-A258D042DB08}"/>
          </ac:picMkLst>
        </pc:picChg>
        <pc:picChg chg="del">
          <ac:chgData name="서정은 EXC" userId="e6e14f19ea10556a" providerId="LiveId" clId="{82CADE94-EFD5-4D8E-A7D9-5D0A6957C7E9}" dt="2026-02-11T13:23:34.002" v="2609" actId="478"/>
          <ac:picMkLst>
            <pc:docMk/>
            <pc:sldMk cId="552843752" sldId="566"/>
            <ac:picMk id="25" creationId="{0F41533A-2696-5A58-A80F-E1DFF6ABA199}"/>
          </ac:picMkLst>
        </pc:picChg>
        <pc:picChg chg="del">
          <ac:chgData name="서정은 EXC" userId="e6e14f19ea10556a" providerId="LiveId" clId="{82CADE94-EFD5-4D8E-A7D9-5D0A6957C7E9}" dt="2026-02-11T13:23:34.560" v="2610" actId="478"/>
          <ac:picMkLst>
            <pc:docMk/>
            <pc:sldMk cId="552843752" sldId="566"/>
            <ac:picMk id="29" creationId="{D932CA13-4103-5A61-4E59-863E1E23E3AD}"/>
          </ac:picMkLst>
        </pc:picChg>
      </pc:sldChg>
      <pc:sldChg chg="addSp modSp new mod modClrScheme chgLayout">
        <pc:chgData name="서정은 EXC" userId="e6e14f19ea10556a" providerId="LiveId" clId="{82CADE94-EFD5-4D8E-A7D9-5D0A6957C7E9}" dt="2026-02-11T13:24:50.690" v="2628" actId="20577"/>
        <pc:sldMkLst>
          <pc:docMk/>
          <pc:sldMk cId="385358114" sldId="594"/>
        </pc:sldMkLst>
        <pc:spChg chg="add mod">
          <ac:chgData name="서정은 EXC" userId="e6e14f19ea10556a" providerId="LiveId" clId="{82CADE94-EFD5-4D8E-A7D9-5D0A6957C7E9}" dt="2026-02-11T13:24:50.690" v="2628" actId="20577"/>
          <ac:spMkLst>
            <pc:docMk/>
            <pc:sldMk cId="385358114" sldId="594"/>
            <ac:spMk id="2" creationId="{E7708912-7E93-D61F-584F-5EE161376599}"/>
          </ac:spMkLst>
        </pc:spChg>
        <pc:spChg chg="add mod">
          <ac:chgData name="서정은 EXC" userId="e6e14f19ea10556a" providerId="LiveId" clId="{82CADE94-EFD5-4D8E-A7D9-5D0A6957C7E9}" dt="2026-02-11T13:24:43.985" v="2613" actId="700"/>
          <ac:spMkLst>
            <pc:docMk/>
            <pc:sldMk cId="385358114" sldId="594"/>
            <ac:spMk id="3" creationId="{E17ED5F8-3DFE-1E9F-6BF9-EF6D9A12F20F}"/>
          </ac:spMkLst>
        </pc:spChg>
        <pc:spChg chg="add mod">
          <ac:chgData name="서정은 EXC" userId="e6e14f19ea10556a" providerId="LiveId" clId="{82CADE94-EFD5-4D8E-A7D9-5D0A6957C7E9}" dt="2026-02-11T13:24:43.985" v="2613" actId="700"/>
          <ac:spMkLst>
            <pc:docMk/>
            <pc:sldMk cId="385358114" sldId="594"/>
            <ac:spMk id="4" creationId="{9690B2D7-64EA-6024-C823-6A55B7F35ED5}"/>
          </ac:spMkLst>
        </pc:spChg>
        <pc:spChg chg="add mod">
          <ac:chgData name="서정은 EXC" userId="e6e14f19ea10556a" providerId="LiveId" clId="{82CADE94-EFD5-4D8E-A7D9-5D0A6957C7E9}" dt="2026-02-11T13:24:43.985" v="2613" actId="700"/>
          <ac:spMkLst>
            <pc:docMk/>
            <pc:sldMk cId="385358114" sldId="594"/>
            <ac:spMk id="5" creationId="{52ABC6CB-766F-687D-957D-1B5D04D8A6B8}"/>
          </ac:spMkLst>
        </pc:spChg>
        <pc:spChg chg="add mod">
          <ac:chgData name="서정은 EXC" userId="e6e14f19ea10556a" providerId="LiveId" clId="{82CADE94-EFD5-4D8E-A7D9-5D0A6957C7E9}" dt="2026-02-11T13:24:43.985" v="2613" actId="700"/>
          <ac:spMkLst>
            <pc:docMk/>
            <pc:sldMk cId="385358114" sldId="594"/>
            <ac:spMk id="6" creationId="{4E80A0EF-81D7-F0C2-50D9-417F2F6A27D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1132192947961728E-2"/>
          <c:y val="0.1360806878306878"/>
          <c:w val="0.96135939616376109"/>
          <c:h val="0.712785714285714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결과보고!$B$1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474-4D9E-B88B-A9367EBCD5C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474-4D9E-B88B-A9367EBCD5C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474-4D9E-B88B-A9367EBCD5C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474-4D9E-B88B-A9367EBCD5C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C474-4D9E-B88B-A9367EBCD5C2}"/>
              </c:ext>
            </c:extLst>
          </c:dPt>
          <c:dPt>
            <c:idx val="5"/>
            <c:invertIfNegative val="0"/>
            <c:bubble3D val="0"/>
            <c:spPr>
              <a:solidFill>
                <a:srgbClr val="FFE69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C474-4D9E-B88B-A9367EBCD5C2}"/>
              </c:ext>
            </c:extLst>
          </c:dPt>
          <c:dPt>
            <c:idx val="6"/>
            <c:invertIfNegative val="0"/>
            <c:bubble3D val="0"/>
            <c:spPr>
              <a:solidFill>
                <a:srgbClr val="FFE69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C474-4D9E-B88B-A9367EBCD5C2}"/>
              </c:ext>
            </c:extLst>
          </c:dPt>
          <c:dPt>
            <c:idx val="7"/>
            <c:invertIfNegative val="0"/>
            <c:bubble3D val="0"/>
            <c:spPr>
              <a:solidFill>
                <a:srgbClr val="C5E0B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C474-4D9E-B88B-A9367EBCD5C2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C474-4D9E-B88B-A9367EBCD5C2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C474-4D9E-B88B-A9367EBCD5C2}"/>
              </c:ext>
            </c:extLst>
          </c:dPt>
          <c:dPt>
            <c:idx val="10"/>
            <c:invertIfNegative val="0"/>
            <c:bubble3D val="0"/>
            <c:spPr>
              <a:solidFill>
                <a:srgbClr val="BDD7E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C474-4D9E-B88B-A9367EBCD5C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C474-4D9E-B88B-A9367EBCD5C2}"/>
              </c:ext>
            </c:extLst>
          </c:dPt>
          <c:dPt>
            <c:idx val="12"/>
            <c:invertIfNegative val="0"/>
            <c:bubble3D val="0"/>
            <c:spPr>
              <a:solidFill>
                <a:srgbClr val="BDD7E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C474-4D9E-B88B-A9367EBCD5C2}"/>
              </c:ext>
            </c:extLst>
          </c:dPt>
          <c:dPt>
            <c:idx val="13"/>
            <c:invertIfNegative val="0"/>
            <c:bubble3D val="0"/>
            <c:spPr>
              <a:solidFill>
                <a:srgbClr val="B4C7E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A-AA95-4B3A-AAEB-F053EA9681B2}"/>
              </c:ext>
            </c:extLst>
          </c:dPt>
          <c:dPt>
            <c:idx val="14"/>
            <c:invertIfNegative val="0"/>
            <c:bubble3D val="0"/>
            <c:spPr>
              <a:solidFill>
                <a:srgbClr val="B4C7E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1A2B-4EA8-A01A-21C4F624FFB0}"/>
              </c:ext>
            </c:extLst>
          </c:dPt>
          <c:dPt>
            <c:idx val="15"/>
            <c:invertIfNegative val="0"/>
            <c:bubble3D val="0"/>
            <c:spPr>
              <a:solidFill>
                <a:srgbClr val="B4C7E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C-1A2B-4EA8-A01A-21C4F624FFB0}"/>
              </c:ext>
            </c:extLst>
          </c:dPt>
          <c:dPt>
            <c:idx val="16"/>
            <c:invertIfNegative val="0"/>
            <c:bubble3D val="0"/>
            <c:spPr>
              <a:solidFill>
                <a:srgbClr val="F0BEF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0-2C57-4771-945C-37ADEC8C31C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결과보고!$A$2:$A$18</c:f>
              <c:strCache>
                <c:ptCount val="17"/>
                <c:pt idx="0">
                  <c:v>목적 부합도</c:v>
                </c:pt>
                <c:pt idx="1">
                  <c:v>조직 상황 부합도</c:v>
                </c:pt>
                <c:pt idx="2">
                  <c:v>학습자 수준에 맞춘
교육 구성</c:v>
                </c:pt>
                <c:pt idx="3">
                  <c:v>학습목표 제시 및
체계적 구성</c:v>
                </c:pt>
                <c:pt idx="4">
                  <c:v>교육방법</c:v>
                </c:pt>
                <c:pt idx="5">
                  <c:v>강의스킬</c:v>
                </c:pt>
                <c:pt idx="6">
                  <c:v>학습참여 유도</c:v>
                </c:pt>
                <c:pt idx="7">
                  <c:v>환경 만족도</c:v>
                </c:pt>
                <c:pt idx="8">
                  <c:v>사전 교육안내
만족도</c:v>
                </c:pt>
                <c:pt idx="9">
                  <c:v>교육진행자
만족도</c:v>
                </c:pt>
                <c:pt idx="10">
                  <c:v>교육 참여정도</c:v>
                </c:pt>
                <c:pt idx="11">
                  <c:v>학습목표 달성도</c:v>
                </c:pt>
                <c:pt idx="12">
                  <c:v>현업활용도</c:v>
                </c:pt>
                <c:pt idx="13">
                  <c:v>인식 변화
도움도</c:v>
                </c:pt>
                <c:pt idx="14">
                  <c:v>조직문화 
방향 인식</c:v>
                </c:pt>
                <c:pt idx="15">
                  <c:v>역할 수행
자신감</c:v>
                </c:pt>
                <c:pt idx="16">
                  <c:v>전반적인 만족도</c:v>
                </c:pt>
              </c:strCache>
            </c:strRef>
          </c:cat>
          <c:val>
            <c:numRef>
              <c:f>결과보고!$B$2:$B$18</c:f>
              <c:numCache>
                <c:formatCode>0.00_ </c:formatCode>
                <c:ptCount val="1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4.8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C474-4D9E-B88B-A9367EBCD5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00"/>
        <c:axId val="440697536"/>
        <c:axId val="440707328"/>
      </c:barChart>
      <c:catAx>
        <c:axId val="440697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6350">
            <a:solidFill>
              <a:schemeClr val="bg1">
                <a:lumMod val="50000"/>
              </a:schemeClr>
            </a:solidFill>
            <a:prstDash val="solid"/>
          </a:ln>
        </c:spPr>
        <c:txPr>
          <a:bodyPr/>
          <a:lstStyle/>
          <a:p>
            <a:pPr algn="ctr">
              <a:defRPr lang="ko-KR" altLang="en-US" sz="850" b="0" i="0" u="none" strike="noStrike" kern="1200" spc="-40" baseline="0">
                <a:ln>
                  <a:solidFill>
                    <a:srgbClr val="D91962">
                      <a:alpha val="0"/>
                    </a:srgbClr>
                  </a:solidFill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pPr>
            <a:endParaRPr lang="ko-KR"/>
          </a:p>
        </c:txPr>
        <c:crossAx val="440707328"/>
        <c:crosses val="autoZero"/>
        <c:auto val="1"/>
        <c:lblAlgn val="ctr"/>
        <c:lblOffset val="100"/>
        <c:noMultiLvlLbl val="0"/>
      </c:catAx>
      <c:valAx>
        <c:axId val="440707328"/>
        <c:scaling>
          <c:orientation val="minMax"/>
          <c:max val="5"/>
          <c:min val="0"/>
        </c:scaling>
        <c:delete val="0"/>
        <c:axPos val="l"/>
        <c:majorGridlines>
          <c:spPr>
            <a:ln w="6350">
              <a:solidFill>
                <a:schemeClr val="bg1">
                  <a:lumMod val="65000"/>
                </a:schemeClr>
              </a:solidFill>
              <a:prstDash val="sysDot"/>
            </a:ln>
          </c:spPr>
        </c:majorGridlines>
        <c:numFmt formatCode="#,##0.00_);[Red]\(#,##0.00\)" sourceLinked="0"/>
        <c:majorTickMark val="in"/>
        <c:minorTickMark val="none"/>
        <c:tickLblPos val="nextTo"/>
        <c:spPr>
          <a:ln>
            <a:noFill/>
            <a:prstDash val="sysDot"/>
          </a:ln>
        </c:spPr>
        <c:txPr>
          <a:bodyPr/>
          <a:lstStyle/>
          <a:p>
            <a:pPr>
              <a:defRPr lang="ko-KR" altLang="en-US" sz="900" kern="1200" spc="0">
                <a:ln>
                  <a:solidFill>
                    <a:srgbClr val="D91962">
                      <a:alpha val="0"/>
                    </a:srgbClr>
                  </a:solidFill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pPr>
            <a:endParaRPr lang="ko-KR"/>
          </a:p>
        </c:txPr>
        <c:crossAx val="440697536"/>
        <c:crosses val="autoZero"/>
        <c:crossBetween val="between"/>
        <c:majorUnit val="1"/>
      </c:valAx>
      <c:spPr>
        <a:ln w="3175"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D1B23-670E-47B8-BB83-FB87CC0A0A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6729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그림 8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7999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164468" y="152636"/>
            <a:ext cx="11881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</p:spTree>
    <p:extLst>
      <p:ext uri="{BB962C8B-B14F-4D97-AF65-F5344CB8AC3E}">
        <p14:creationId xmlns:p14="http://schemas.microsoft.com/office/powerpoint/2010/main" val="254810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7999"/>
          </a:xfrm>
          <a:prstGeom prst="rect">
            <a:avLst/>
          </a:prstGeom>
        </p:spPr>
      </p:pic>
      <p:grpSp>
        <p:nvGrpSpPr>
          <p:cNvPr id="62" name="그룹 61">
            <a:extLst>
              <a:ext uri="{FF2B5EF4-FFF2-40B4-BE49-F238E27FC236}">
                <a16:creationId xmlns:a16="http://schemas.microsoft.com/office/drawing/2014/main" id="{D5C4E8A2-9334-3331-042F-F16D2FDEA23C}"/>
              </a:ext>
            </a:extLst>
          </p:cNvPr>
          <p:cNvGrpSpPr/>
          <p:nvPr userDrawn="1"/>
        </p:nvGrpSpPr>
        <p:grpSpPr>
          <a:xfrm>
            <a:off x="0" y="1043354"/>
            <a:ext cx="9906001" cy="5076424"/>
            <a:chOff x="-1164974" y="646985"/>
            <a:chExt cx="12235948" cy="6286724"/>
          </a:xfrm>
        </p:grpSpPr>
        <p:grpSp>
          <p:nvGrpSpPr>
            <p:cNvPr id="63" name="Group 3">
              <a:extLst>
                <a:ext uri="{FF2B5EF4-FFF2-40B4-BE49-F238E27FC236}">
                  <a16:creationId xmlns:a16="http://schemas.microsoft.com/office/drawing/2014/main" id="{549029D3-31B1-173E-1592-17C449B09D8E}"/>
                </a:ext>
              </a:extLst>
            </p:cNvPr>
            <p:cNvGrpSpPr/>
            <p:nvPr/>
          </p:nvGrpSpPr>
          <p:grpSpPr>
            <a:xfrm>
              <a:off x="-1164974" y="646985"/>
              <a:ext cx="12231153" cy="6286724"/>
              <a:chOff x="-27312" y="208344"/>
              <a:chExt cx="12231153" cy="6286724"/>
            </a:xfrm>
          </p:grpSpPr>
          <p:sp>
            <p:nvSpPr>
              <p:cNvPr id="65" name="Shape">
                <a:extLst>
                  <a:ext uri="{FF2B5EF4-FFF2-40B4-BE49-F238E27FC236}">
                    <a16:creationId xmlns:a16="http://schemas.microsoft.com/office/drawing/2014/main" id="{FC25AC89-AB49-C9A2-EE57-E594C8B2F6B1}"/>
                  </a:ext>
                </a:extLst>
              </p:cNvPr>
              <p:cNvSpPr/>
              <p:nvPr/>
            </p:nvSpPr>
            <p:spPr>
              <a:xfrm>
                <a:off x="11348293" y="208344"/>
                <a:ext cx="855548" cy="17835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038" y="13141"/>
                    </a:moveTo>
                    <a:cubicBezTo>
                      <a:pt x="2987" y="13339"/>
                      <a:pt x="960" y="20558"/>
                      <a:pt x="250" y="21520"/>
                    </a:cubicBezTo>
                    <a:cubicBezTo>
                      <a:pt x="168" y="21547"/>
                      <a:pt x="83" y="21573"/>
                      <a:pt x="0" y="21600"/>
                    </a:cubicBezTo>
                    <a:cubicBezTo>
                      <a:pt x="1415" y="21431"/>
                      <a:pt x="2412" y="21223"/>
                      <a:pt x="3518" y="20888"/>
                    </a:cubicBezTo>
                    <a:cubicBezTo>
                      <a:pt x="5216" y="20374"/>
                      <a:pt x="10561" y="18109"/>
                      <a:pt x="16210" y="15101"/>
                    </a:cubicBezTo>
                    <a:cubicBezTo>
                      <a:pt x="18344" y="13601"/>
                      <a:pt x="20202" y="12056"/>
                      <a:pt x="21600" y="10366"/>
                    </a:cubicBezTo>
                    <a:lnTo>
                      <a:pt x="21600" y="0"/>
                    </a:lnTo>
                    <a:cubicBezTo>
                      <a:pt x="17604" y="2487"/>
                      <a:pt x="6959" y="9307"/>
                      <a:pt x="4038" y="13141"/>
                    </a:cubicBezTo>
                    <a:close/>
                  </a:path>
                </a:pathLst>
              </a:custGeom>
              <a:gradFill flip="none" rotWithShape="1">
                <a:gsLst>
                  <a:gs pos="93000">
                    <a:schemeClr val="bg1">
                      <a:alpha val="0"/>
                    </a:schemeClr>
                  </a:gs>
                  <a:gs pos="0">
                    <a:schemeClr val="accent3">
                      <a:alpha val="72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miter lim="400000"/>
              </a:ln>
            </p:spPr>
            <p:txBody>
              <a:bodyPr lIns="38100" tIns="38100" rIns="38100" bIns="381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sz="3000" dirty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66" name="Shape">
                <a:extLst>
                  <a:ext uri="{FF2B5EF4-FFF2-40B4-BE49-F238E27FC236}">
                    <a16:creationId xmlns:a16="http://schemas.microsoft.com/office/drawing/2014/main" id="{E3CDE9B1-72A3-15F8-8A7A-B28C70EA6656}"/>
                  </a:ext>
                </a:extLst>
              </p:cNvPr>
              <p:cNvSpPr/>
              <p:nvPr/>
            </p:nvSpPr>
            <p:spPr>
              <a:xfrm>
                <a:off x="8289306" y="1451058"/>
                <a:ext cx="3699540" cy="21364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304" extrusionOk="0">
                    <a:moveTo>
                      <a:pt x="5057" y="13037"/>
                    </a:moveTo>
                    <a:cubicBezTo>
                      <a:pt x="3144" y="13969"/>
                      <a:pt x="1691" y="15669"/>
                      <a:pt x="734" y="16656"/>
                    </a:cubicBezTo>
                    <a:cubicBezTo>
                      <a:pt x="326" y="17077"/>
                      <a:pt x="118" y="17379"/>
                      <a:pt x="0" y="17675"/>
                    </a:cubicBezTo>
                    <a:cubicBezTo>
                      <a:pt x="6175" y="21600"/>
                      <a:pt x="13055" y="18220"/>
                      <a:pt x="16786" y="9792"/>
                    </a:cubicBezTo>
                    <a:cubicBezTo>
                      <a:pt x="17541" y="8149"/>
                      <a:pt x="18337" y="6546"/>
                      <a:pt x="19135" y="4953"/>
                    </a:cubicBezTo>
                    <a:cubicBezTo>
                      <a:pt x="19655" y="3915"/>
                      <a:pt x="20208" y="2912"/>
                      <a:pt x="20722" y="1868"/>
                    </a:cubicBezTo>
                    <a:cubicBezTo>
                      <a:pt x="21028" y="1245"/>
                      <a:pt x="21323" y="627"/>
                      <a:pt x="21600" y="0"/>
                    </a:cubicBezTo>
                    <a:cubicBezTo>
                      <a:pt x="20293" y="2244"/>
                      <a:pt x="19057" y="3934"/>
                      <a:pt x="18665" y="4317"/>
                    </a:cubicBezTo>
                    <a:cubicBezTo>
                      <a:pt x="18409" y="4567"/>
                      <a:pt x="18178" y="4722"/>
                      <a:pt x="17851" y="4849"/>
                    </a:cubicBezTo>
                    <a:cubicBezTo>
                      <a:pt x="14639" y="8206"/>
                      <a:pt x="10627" y="10172"/>
                      <a:pt x="6813" y="11982"/>
                    </a:cubicBezTo>
                    <a:cubicBezTo>
                      <a:pt x="6183" y="12407"/>
                      <a:pt x="5567" y="12788"/>
                      <a:pt x="5057" y="13037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accent3">
                      <a:alpha val="67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miter lim="400000"/>
              </a:ln>
            </p:spPr>
            <p:txBody>
              <a:bodyPr lIns="38100" tIns="38100" rIns="38100" bIns="381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sz="3000" dirty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67" name="Shape">
                <a:extLst>
                  <a:ext uri="{FF2B5EF4-FFF2-40B4-BE49-F238E27FC236}">
                    <a16:creationId xmlns:a16="http://schemas.microsoft.com/office/drawing/2014/main" id="{4E32576A-AA08-F0A3-F0B9-524AE657F5D9}"/>
                  </a:ext>
                </a:extLst>
              </p:cNvPr>
              <p:cNvSpPr/>
              <p:nvPr/>
            </p:nvSpPr>
            <p:spPr>
              <a:xfrm>
                <a:off x="5517099" y="2502584"/>
                <a:ext cx="3926217" cy="19560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019" extrusionOk="0">
                    <a:moveTo>
                      <a:pt x="15872" y="6875"/>
                    </a:moveTo>
                    <a:cubicBezTo>
                      <a:pt x="16774" y="5924"/>
                      <a:pt x="18143" y="4287"/>
                      <a:pt x="19946" y="3389"/>
                    </a:cubicBezTo>
                    <a:cubicBezTo>
                      <a:pt x="20427" y="3150"/>
                      <a:pt x="21007" y="2782"/>
                      <a:pt x="21600" y="2373"/>
                    </a:cubicBezTo>
                    <a:cubicBezTo>
                      <a:pt x="20766" y="2777"/>
                      <a:pt x="19943" y="3173"/>
                      <a:pt x="19141" y="3576"/>
                    </a:cubicBezTo>
                    <a:cubicBezTo>
                      <a:pt x="17886" y="4208"/>
                      <a:pt x="16588" y="4754"/>
                      <a:pt x="15259" y="4739"/>
                    </a:cubicBezTo>
                    <a:cubicBezTo>
                      <a:pt x="13801" y="4723"/>
                      <a:pt x="12547" y="4096"/>
                      <a:pt x="11286" y="2964"/>
                    </a:cubicBezTo>
                    <a:cubicBezTo>
                      <a:pt x="7189" y="-714"/>
                      <a:pt x="3597" y="-1762"/>
                      <a:pt x="0" y="4477"/>
                    </a:cubicBezTo>
                    <a:cubicBezTo>
                      <a:pt x="1915" y="5079"/>
                      <a:pt x="3117" y="6188"/>
                      <a:pt x="3685" y="10360"/>
                    </a:cubicBezTo>
                    <a:cubicBezTo>
                      <a:pt x="3797" y="11232"/>
                      <a:pt x="3944" y="12182"/>
                      <a:pt x="4093" y="13082"/>
                    </a:cubicBezTo>
                    <a:cubicBezTo>
                      <a:pt x="4478" y="14311"/>
                      <a:pt x="4975" y="15362"/>
                      <a:pt x="5410" y="15869"/>
                    </a:cubicBezTo>
                    <a:cubicBezTo>
                      <a:pt x="8810" y="19838"/>
                      <a:pt x="12266" y="12631"/>
                      <a:pt x="15175" y="7852"/>
                    </a:cubicBezTo>
                    <a:cubicBezTo>
                      <a:pt x="15177" y="7853"/>
                      <a:pt x="15179" y="7854"/>
                      <a:pt x="15181" y="7856"/>
                    </a:cubicBezTo>
                    <a:cubicBezTo>
                      <a:pt x="15292" y="7570"/>
                      <a:pt x="15488" y="7280"/>
                      <a:pt x="15872" y="6875"/>
                    </a:cubicBezTo>
                    <a:close/>
                  </a:path>
                </a:pathLst>
              </a:custGeom>
              <a:gradFill flip="none" rotWithShape="1">
                <a:gsLst>
                  <a:gs pos="93000">
                    <a:schemeClr val="bg1">
                      <a:alpha val="0"/>
                    </a:schemeClr>
                  </a:gs>
                  <a:gs pos="0">
                    <a:schemeClr val="bg1">
                      <a:alpha val="0"/>
                    </a:schemeClr>
                  </a:gs>
                  <a:gs pos="18000">
                    <a:schemeClr val="accent3">
                      <a:alpha val="85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miter lim="400000"/>
              </a:ln>
            </p:spPr>
            <p:txBody>
              <a:bodyPr lIns="38100" tIns="38100" rIns="38100" bIns="381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sz="3000" dirty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  <p:sp>
            <p:nvSpPr>
              <p:cNvPr id="68" name="Shape">
                <a:extLst>
                  <a:ext uri="{FF2B5EF4-FFF2-40B4-BE49-F238E27FC236}">
                    <a16:creationId xmlns:a16="http://schemas.microsoft.com/office/drawing/2014/main" id="{1C92C101-5582-8DB2-0240-5EA3F6040FFA}"/>
                  </a:ext>
                </a:extLst>
              </p:cNvPr>
              <p:cNvSpPr/>
              <p:nvPr/>
            </p:nvSpPr>
            <p:spPr>
              <a:xfrm>
                <a:off x="-27312" y="2998499"/>
                <a:ext cx="6307537" cy="34965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797" extrusionOk="0">
                    <a:moveTo>
                      <a:pt x="12045" y="18461"/>
                    </a:moveTo>
                    <a:cubicBezTo>
                      <a:pt x="14242" y="16279"/>
                      <a:pt x="15486" y="12835"/>
                      <a:pt x="16504" y="8928"/>
                    </a:cubicBezTo>
                    <a:cubicBezTo>
                      <a:pt x="16947" y="7228"/>
                      <a:pt x="17302" y="5177"/>
                      <a:pt x="18150" y="3906"/>
                    </a:cubicBezTo>
                    <a:cubicBezTo>
                      <a:pt x="19431" y="1984"/>
                      <a:pt x="20550" y="3092"/>
                      <a:pt x="21394" y="5098"/>
                    </a:cubicBezTo>
                    <a:cubicBezTo>
                      <a:pt x="21453" y="5384"/>
                      <a:pt x="21523" y="5666"/>
                      <a:pt x="21600" y="5936"/>
                    </a:cubicBezTo>
                    <a:cubicBezTo>
                      <a:pt x="21507" y="5321"/>
                      <a:pt x="21416" y="4671"/>
                      <a:pt x="21346" y="4075"/>
                    </a:cubicBezTo>
                    <a:cubicBezTo>
                      <a:pt x="20992" y="1223"/>
                      <a:pt x="20244" y="465"/>
                      <a:pt x="19052" y="53"/>
                    </a:cubicBezTo>
                    <a:cubicBezTo>
                      <a:pt x="16658" y="-464"/>
                      <a:pt x="15017" y="2916"/>
                      <a:pt x="13257" y="5089"/>
                    </a:cubicBezTo>
                    <a:cubicBezTo>
                      <a:pt x="11510" y="7246"/>
                      <a:pt x="9431" y="8654"/>
                      <a:pt x="7270" y="8704"/>
                    </a:cubicBezTo>
                    <a:cubicBezTo>
                      <a:pt x="5383" y="8748"/>
                      <a:pt x="3679" y="7635"/>
                      <a:pt x="2131" y="5814"/>
                    </a:cubicBezTo>
                    <a:cubicBezTo>
                      <a:pt x="1926" y="5574"/>
                      <a:pt x="945" y="3936"/>
                      <a:pt x="0" y="2249"/>
                    </a:cubicBezTo>
                    <a:lnTo>
                      <a:pt x="0" y="17341"/>
                    </a:lnTo>
                    <a:cubicBezTo>
                      <a:pt x="1645" y="18778"/>
                      <a:pt x="4949" y="20541"/>
                      <a:pt x="5434" y="20646"/>
                    </a:cubicBezTo>
                    <a:cubicBezTo>
                      <a:pt x="7701" y="21136"/>
                      <a:pt x="10052" y="20440"/>
                      <a:pt x="12045" y="18461"/>
                    </a:cubicBezTo>
                    <a:close/>
                  </a:path>
                </a:pathLst>
              </a:custGeom>
              <a:gradFill flip="none" rotWithShape="1">
                <a:gsLst>
                  <a:gs pos="80000">
                    <a:schemeClr val="bg1">
                      <a:alpha val="0"/>
                    </a:schemeClr>
                  </a:gs>
                  <a:gs pos="0">
                    <a:schemeClr val="accent3">
                      <a:alpha val="5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miter lim="400000"/>
              </a:ln>
            </p:spPr>
            <p:txBody>
              <a:bodyPr lIns="38100" tIns="38100" rIns="38100" bIns="3810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</p:grpSp>
        <p:sp>
          <p:nvSpPr>
            <p:cNvPr id="64" name="Shape">
              <a:extLst>
                <a:ext uri="{FF2B5EF4-FFF2-40B4-BE49-F238E27FC236}">
                  <a16:creationId xmlns:a16="http://schemas.microsoft.com/office/drawing/2014/main" id="{D0D2C0B1-C85A-47DC-8EE6-B9A09A76AED7}"/>
                </a:ext>
              </a:extLst>
            </p:cNvPr>
            <p:cNvSpPr/>
            <p:nvPr/>
          </p:nvSpPr>
          <p:spPr>
            <a:xfrm>
              <a:off x="-1164974" y="1316138"/>
              <a:ext cx="12235948" cy="3587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2" extrusionOk="0">
                  <a:moveTo>
                    <a:pt x="2646" y="20811"/>
                  </a:moveTo>
                  <a:cubicBezTo>
                    <a:pt x="2977" y="21074"/>
                    <a:pt x="3321" y="21202"/>
                    <a:pt x="3670" y="21202"/>
                  </a:cubicBezTo>
                  <a:cubicBezTo>
                    <a:pt x="4764" y="21202"/>
                    <a:pt x="5911" y="19942"/>
                    <a:pt x="6888" y="17593"/>
                  </a:cubicBezTo>
                  <a:cubicBezTo>
                    <a:pt x="7079" y="17132"/>
                    <a:pt x="7267" y="16627"/>
                    <a:pt x="7448" y="16139"/>
                  </a:cubicBezTo>
                  <a:cubicBezTo>
                    <a:pt x="7863" y="15024"/>
                    <a:pt x="8291" y="13871"/>
                    <a:pt x="8784" y="13202"/>
                  </a:cubicBezTo>
                  <a:cubicBezTo>
                    <a:pt x="9478" y="12263"/>
                    <a:pt x="10413" y="12585"/>
                    <a:pt x="10778" y="14750"/>
                  </a:cubicBezTo>
                  <a:cubicBezTo>
                    <a:pt x="10892" y="15425"/>
                    <a:pt x="10941" y="16231"/>
                    <a:pt x="10989" y="17010"/>
                  </a:cubicBezTo>
                  <a:cubicBezTo>
                    <a:pt x="11050" y="18018"/>
                    <a:pt x="11114" y="19059"/>
                    <a:pt x="11316" y="19872"/>
                  </a:cubicBezTo>
                  <a:cubicBezTo>
                    <a:pt x="11747" y="21600"/>
                    <a:pt x="12583" y="21355"/>
                    <a:pt x="13143" y="20119"/>
                  </a:cubicBezTo>
                  <a:cubicBezTo>
                    <a:pt x="13487" y="19359"/>
                    <a:pt x="13764" y="18319"/>
                    <a:pt x="14033" y="17314"/>
                  </a:cubicBezTo>
                  <a:cubicBezTo>
                    <a:pt x="14185" y="16743"/>
                    <a:pt x="14342" y="16153"/>
                    <a:pt x="14509" y="15625"/>
                  </a:cubicBezTo>
                  <a:cubicBezTo>
                    <a:pt x="15307" y="13103"/>
                    <a:pt x="16381" y="11769"/>
                    <a:pt x="17503" y="10516"/>
                  </a:cubicBezTo>
                  <a:lnTo>
                    <a:pt x="17596" y="10413"/>
                  </a:lnTo>
                  <a:cubicBezTo>
                    <a:pt x="18648" y="9240"/>
                    <a:pt x="19736" y="8027"/>
                    <a:pt x="20596" y="5636"/>
                  </a:cubicBezTo>
                  <a:cubicBezTo>
                    <a:pt x="21002" y="4508"/>
                    <a:pt x="21370" y="2959"/>
                    <a:pt x="21600" y="1213"/>
                  </a:cubicBezTo>
                  <a:lnTo>
                    <a:pt x="21600" y="0"/>
                  </a:lnTo>
                  <a:cubicBezTo>
                    <a:pt x="21404" y="2100"/>
                    <a:pt x="20985" y="3995"/>
                    <a:pt x="20514" y="5304"/>
                  </a:cubicBezTo>
                  <a:cubicBezTo>
                    <a:pt x="19672" y="7644"/>
                    <a:pt x="18596" y="8844"/>
                    <a:pt x="17556" y="10004"/>
                  </a:cubicBezTo>
                  <a:lnTo>
                    <a:pt x="17463" y="10108"/>
                  </a:lnTo>
                  <a:cubicBezTo>
                    <a:pt x="16326" y="11377"/>
                    <a:pt x="15238" y="12729"/>
                    <a:pt x="14421" y="15312"/>
                  </a:cubicBezTo>
                  <a:cubicBezTo>
                    <a:pt x="14250" y="15853"/>
                    <a:pt x="14091" y="16450"/>
                    <a:pt x="13937" y="17027"/>
                  </a:cubicBezTo>
                  <a:cubicBezTo>
                    <a:pt x="13674" y="18012"/>
                    <a:pt x="13402" y="19031"/>
                    <a:pt x="13072" y="19760"/>
                  </a:cubicBezTo>
                  <a:cubicBezTo>
                    <a:pt x="12559" y="20891"/>
                    <a:pt x="11800" y="21139"/>
                    <a:pt x="11415" y="19596"/>
                  </a:cubicBezTo>
                  <a:cubicBezTo>
                    <a:pt x="11233" y="18867"/>
                    <a:pt x="11176" y="17923"/>
                    <a:pt x="11114" y="16924"/>
                  </a:cubicBezTo>
                  <a:cubicBezTo>
                    <a:pt x="11065" y="16112"/>
                    <a:pt x="11013" y="15272"/>
                    <a:pt x="10890" y="14538"/>
                  </a:cubicBezTo>
                  <a:cubicBezTo>
                    <a:pt x="10490" y="12167"/>
                    <a:pt x="9481" y="11794"/>
                    <a:pt x="8736" y="12803"/>
                  </a:cubicBezTo>
                  <a:cubicBezTo>
                    <a:pt x="8225" y="13496"/>
                    <a:pt x="7789" y="14669"/>
                    <a:pt x="7368" y="15803"/>
                  </a:cubicBezTo>
                  <a:cubicBezTo>
                    <a:pt x="7188" y="16288"/>
                    <a:pt x="7002" y="16789"/>
                    <a:pt x="6813" y="17243"/>
                  </a:cubicBezTo>
                  <a:cubicBezTo>
                    <a:pt x="5554" y="20271"/>
                    <a:pt x="4008" y="21448"/>
                    <a:pt x="2676" y="20393"/>
                  </a:cubicBezTo>
                  <a:cubicBezTo>
                    <a:pt x="1782" y="19684"/>
                    <a:pt x="756" y="17426"/>
                    <a:pt x="0" y="14752"/>
                  </a:cubicBezTo>
                  <a:lnTo>
                    <a:pt x="0" y="15362"/>
                  </a:lnTo>
                  <a:cubicBezTo>
                    <a:pt x="764" y="17957"/>
                    <a:pt x="1767" y="20115"/>
                    <a:pt x="2646" y="2081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E4FE9"/>
                </a:gs>
                <a:gs pos="0">
                  <a:srgbClr val="00B8FF">
                    <a:alpha val="0"/>
                  </a:srgbClr>
                </a:gs>
              </a:gsLst>
              <a:lin ang="2400000" scaled="0"/>
              <a:tileRect/>
            </a:gradFill>
            <a:ln w="12700">
              <a:miter lim="400000"/>
            </a:ln>
          </p:spPr>
          <p:txBody>
            <a:bodyPr lIns="38100" tIns="38100" rIns="38100" bIns="3810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30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</p:grpSp>
      <p:grpSp>
        <p:nvGrpSpPr>
          <p:cNvPr id="72" name="Group 17">
            <a:extLst>
              <a:ext uri="{FF2B5EF4-FFF2-40B4-BE49-F238E27FC236}">
                <a16:creationId xmlns:a16="http://schemas.microsoft.com/office/drawing/2014/main" id="{EE155106-034D-1A52-9E60-599941A509EA}"/>
              </a:ext>
            </a:extLst>
          </p:cNvPr>
          <p:cNvGrpSpPr/>
          <p:nvPr userDrawn="1"/>
        </p:nvGrpSpPr>
        <p:grpSpPr>
          <a:xfrm>
            <a:off x="4333208" y="6223299"/>
            <a:ext cx="1239585" cy="710410"/>
            <a:chOff x="4727707" y="6299008"/>
            <a:chExt cx="1239585" cy="710410"/>
          </a:xfrm>
        </p:grpSpPr>
        <p:sp>
          <p:nvSpPr>
            <p:cNvPr id="73" name="Freeform 18">
              <a:extLst>
                <a:ext uri="{FF2B5EF4-FFF2-40B4-BE49-F238E27FC236}">
                  <a16:creationId xmlns:a16="http://schemas.microsoft.com/office/drawing/2014/main" id="{CB0480C7-20FE-9C21-83CD-FF7EA793F4E9}"/>
                </a:ext>
              </a:extLst>
            </p:cNvPr>
            <p:cNvSpPr/>
            <p:nvPr/>
          </p:nvSpPr>
          <p:spPr>
            <a:xfrm rot="5400000">
              <a:off x="4661315" y="6365400"/>
              <a:ext cx="710410" cy="577626"/>
            </a:xfrm>
            <a:custGeom>
              <a:avLst/>
              <a:gdLst>
                <a:gd name="connsiteX0" fmla="*/ 460067 w 475634"/>
                <a:gd name="connsiteY0" fmla="*/ 355600 h 386734"/>
                <a:gd name="connsiteX1" fmla="*/ 475634 w 475634"/>
                <a:gd name="connsiteY1" fmla="*/ 371167 h 386734"/>
                <a:gd name="connsiteX2" fmla="*/ 460067 w 475634"/>
                <a:gd name="connsiteY2" fmla="*/ 386734 h 386734"/>
                <a:gd name="connsiteX3" fmla="*/ 444500 w 475634"/>
                <a:gd name="connsiteY3" fmla="*/ 371167 h 386734"/>
                <a:gd name="connsiteX4" fmla="*/ 460067 w 475634"/>
                <a:gd name="connsiteY4" fmla="*/ 355600 h 386734"/>
                <a:gd name="connsiteX5" fmla="*/ 371167 w 475634"/>
                <a:gd name="connsiteY5" fmla="*/ 355600 h 386734"/>
                <a:gd name="connsiteX6" fmla="*/ 386734 w 475634"/>
                <a:gd name="connsiteY6" fmla="*/ 371167 h 386734"/>
                <a:gd name="connsiteX7" fmla="*/ 371167 w 475634"/>
                <a:gd name="connsiteY7" fmla="*/ 386734 h 386734"/>
                <a:gd name="connsiteX8" fmla="*/ 355600 w 475634"/>
                <a:gd name="connsiteY8" fmla="*/ 371167 h 386734"/>
                <a:gd name="connsiteX9" fmla="*/ 371167 w 475634"/>
                <a:gd name="connsiteY9" fmla="*/ 355600 h 386734"/>
                <a:gd name="connsiteX10" fmla="*/ 282267 w 475634"/>
                <a:gd name="connsiteY10" fmla="*/ 355600 h 386734"/>
                <a:gd name="connsiteX11" fmla="*/ 297834 w 475634"/>
                <a:gd name="connsiteY11" fmla="*/ 371167 h 386734"/>
                <a:gd name="connsiteX12" fmla="*/ 282267 w 475634"/>
                <a:gd name="connsiteY12" fmla="*/ 386734 h 386734"/>
                <a:gd name="connsiteX13" fmla="*/ 266700 w 475634"/>
                <a:gd name="connsiteY13" fmla="*/ 371167 h 386734"/>
                <a:gd name="connsiteX14" fmla="*/ 282267 w 475634"/>
                <a:gd name="connsiteY14" fmla="*/ 355600 h 386734"/>
                <a:gd name="connsiteX15" fmla="*/ 193367 w 475634"/>
                <a:gd name="connsiteY15" fmla="*/ 355600 h 386734"/>
                <a:gd name="connsiteX16" fmla="*/ 208934 w 475634"/>
                <a:gd name="connsiteY16" fmla="*/ 371167 h 386734"/>
                <a:gd name="connsiteX17" fmla="*/ 193367 w 475634"/>
                <a:gd name="connsiteY17" fmla="*/ 386734 h 386734"/>
                <a:gd name="connsiteX18" fmla="*/ 177800 w 475634"/>
                <a:gd name="connsiteY18" fmla="*/ 371167 h 386734"/>
                <a:gd name="connsiteX19" fmla="*/ 193367 w 475634"/>
                <a:gd name="connsiteY19" fmla="*/ 355600 h 386734"/>
                <a:gd name="connsiteX20" fmla="*/ 104467 w 475634"/>
                <a:gd name="connsiteY20" fmla="*/ 355600 h 386734"/>
                <a:gd name="connsiteX21" fmla="*/ 120034 w 475634"/>
                <a:gd name="connsiteY21" fmla="*/ 371167 h 386734"/>
                <a:gd name="connsiteX22" fmla="*/ 104467 w 475634"/>
                <a:gd name="connsiteY22" fmla="*/ 386734 h 386734"/>
                <a:gd name="connsiteX23" fmla="*/ 88900 w 475634"/>
                <a:gd name="connsiteY23" fmla="*/ 371167 h 386734"/>
                <a:gd name="connsiteX24" fmla="*/ 104467 w 475634"/>
                <a:gd name="connsiteY24" fmla="*/ 355600 h 386734"/>
                <a:gd name="connsiteX25" fmla="*/ 15567 w 475634"/>
                <a:gd name="connsiteY25" fmla="*/ 355600 h 386734"/>
                <a:gd name="connsiteX26" fmla="*/ 31134 w 475634"/>
                <a:gd name="connsiteY26" fmla="*/ 371167 h 386734"/>
                <a:gd name="connsiteX27" fmla="*/ 15567 w 475634"/>
                <a:gd name="connsiteY27" fmla="*/ 386734 h 386734"/>
                <a:gd name="connsiteX28" fmla="*/ 0 w 475634"/>
                <a:gd name="connsiteY28" fmla="*/ 371167 h 386734"/>
                <a:gd name="connsiteX29" fmla="*/ 15567 w 475634"/>
                <a:gd name="connsiteY29" fmla="*/ 355600 h 386734"/>
                <a:gd name="connsiteX30" fmla="*/ 460067 w 475634"/>
                <a:gd name="connsiteY30" fmla="*/ 266700 h 386734"/>
                <a:gd name="connsiteX31" fmla="*/ 475634 w 475634"/>
                <a:gd name="connsiteY31" fmla="*/ 282267 h 386734"/>
                <a:gd name="connsiteX32" fmla="*/ 460067 w 475634"/>
                <a:gd name="connsiteY32" fmla="*/ 297834 h 386734"/>
                <a:gd name="connsiteX33" fmla="*/ 444500 w 475634"/>
                <a:gd name="connsiteY33" fmla="*/ 282267 h 386734"/>
                <a:gd name="connsiteX34" fmla="*/ 460067 w 475634"/>
                <a:gd name="connsiteY34" fmla="*/ 266700 h 386734"/>
                <a:gd name="connsiteX35" fmla="*/ 371167 w 475634"/>
                <a:gd name="connsiteY35" fmla="*/ 266700 h 386734"/>
                <a:gd name="connsiteX36" fmla="*/ 386734 w 475634"/>
                <a:gd name="connsiteY36" fmla="*/ 282267 h 386734"/>
                <a:gd name="connsiteX37" fmla="*/ 371167 w 475634"/>
                <a:gd name="connsiteY37" fmla="*/ 297834 h 386734"/>
                <a:gd name="connsiteX38" fmla="*/ 355600 w 475634"/>
                <a:gd name="connsiteY38" fmla="*/ 282267 h 386734"/>
                <a:gd name="connsiteX39" fmla="*/ 371167 w 475634"/>
                <a:gd name="connsiteY39" fmla="*/ 266700 h 386734"/>
                <a:gd name="connsiteX40" fmla="*/ 282267 w 475634"/>
                <a:gd name="connsiteY40" fmla="*/ 266700 h 386734"/>
                <a:gd name="connsiteX41" fmla="*/ 297834 w 475634"/>
                <a:gd name="connsiteY41" fmla="*/ 282267 h 386734"/>
                <a:gd name="connsiteX42" fmla="*/ 282267 w 475634"/>
                <a:gd name="connsiteY42" fmla="*/ 297834 h 386734"/>
                <a:gd name="connsiteX43" fmla="*/ 266700 w 475634"/>
                <a:gd name="connsiteY43" fmla="*/ 282267 h 386734"/>
                <a:gd name="connsiteX44" fmla="*/ 282267 w 475634"/>
                <a:gd name="connsiteY44" fmla="*/ 266700 h 386734"/>
                <a:gd name="connsiteX45" fmla="*/ 193367 w 475634"/>
                <a:gd name="connsiteY45" fmla="*/ 266700 h 386734"/>
                <a:gd name="connsiteX46" fmla="*/ 208934 w 475634"/>
                <a:gd name="connsiteY46" fmla="*/ 282267 h 386734"/>
                <a:gd name="connsiteX47" fmla="*/ 193367 w 475634"/>
                <a:gd name="connsiteY47" fmla="*/ 297834 h 386734"/>
                <a:gd name="connsiteX48" fmla="*/ 177800 w 475634"/>
                <a:gd name="connsiteY48" fmla="*/ 282267 h 386734"/>
                <a:gd name="connsiteX49" fmla="*/ 193367 w 475634"/>
                <a:gd name="connsiteY49" fmla="*/ 266700 h 386734"/>
                <a:gd name="connsiteX50" fmla="*/ 104467 w 475634"/>
                <a:gd name="connsiteY50" fmla="*/ 266700 h 386734"/>
                <a:gd name="connsiteX51" fmla="*/ 120034 w 475634"/>
                <a:gd name="connsiteY51" fmla="*/ 282267 h 386734"/>
                <a:gd name="connsiteX52" fmla="*/ 104467 w 475634"/>
                <a:gd name="connsiteY52" fmla="*/ 297834 h 386734"/>
                <a:gd name="connsiteX53" fmla="*/ 88900 w 475634"/>
                <a:gd name="connsiteY53" fmla="*/ 282267 h 386734"/>
                <a:gd name="connsiteX54" fmla="*/ 104467 w 475634"/>
                <a:gd name="connsiteY54" fmla="*/ 266700 h 386734"/>
                <a:gd name="connsiteX55" fmla="*/ 15567 w 475634"/>
                <a:gd name="connsiteY55" fmla="*/ 266700 h 386734"/>
                <a:gd name="connsiteX56" fmla="*/ 31134 w 475634"/>
                <a:gd name="connsiteY56" fmla="*/ 282267 h 386734"/>
                <a:gd name="connsiteX57" fmla="*/ 15567 w 475634"/>
                <a:gd name="connsiteY57" fmla="*/ 297834 h 386734"/>
                <a:gd name="connsiteX58" fmla="*/ 0 w 475634"/>
                <a:gd name="connsiteY58" fmla="*/ 282267 h 386734"/>
                <a:gd name="connsiteX59" fmla="*/ 15567 w 475634"/>
                <a:gd name="connsiteY59" fmla="*/ 266700 h 386734"/>
                <a:gd name="connsiteX60" fmla="*/ 460067 w 475634"/>
                <a:gd name="connsiteY60" fmla="*/ 177800 h 386734"/>
                <a:gd name="connsiteX61" fmla="*/ 475634 w 475634"/>
                <a:gd name="connsiteY61" fmla="*/ 193367 h 386734"/>
                <a:gd name="connsiteX62" fmla="*/ 460067 w 475634"/>
                <a:gd name="connsiteY62" fmla="*/ 208934 h 386734"/>
                <a:gd name="connsiteX63" fmla="*/ 444500 w 475634"/>
                <a:gd name="connsiteY63" fmla="*/ 193367 h 386734"/>
                <a:gd name="connsiteX64" fmla="*/ 460067 w 475634"/>
                <a:gd name="connsiteY64" fmla="*/ 177800 h 386734"/>
                <a:gd name="connsiteX65" fmla="*/ 371167 w 475634"/>
                <a:gd name="connsiteY65" fmla="*/ 177800 h 386734"/>
                <a:gd name="connsiteX66" fmla="*/ 386734 w 475634"/>
                <a:gd name="connsiteY66" fmla="*/ 193367 h 386734"/>
                <a:gd name="connsiteX67" fmla="*/ 371167 w 475634"/>
                <a:gd name="connsiteY67" fmla="*/ 208934 h 386734"/>
                <a:gd name="connsiteX68" fmla="*/ 355600 w 475634"/>
                <a:gd name="connsiteY68" fmla="*/ 193367 h 386734"/>
                <a:gd name="connsiteX69" fmla="*/ 371167 w 475634"/>
                <a:gd name="connsiteY69" fmla="*/ 177800 h 386734"/>
                <a:gd name="connsiteX70" fmla="*/ 282267 w 475634"/>
                <a:gd name="connsiteY70" fmla="*/ 177800 h 386734"/>
                <a:gd name="connsiteX71" fmla="*/ 297834 w 475634"/>
                <a:gd name="connsiteY71" fmla="*/ 193367 h 386734"/>
                <a:gd name="connsiteX72" fmla="*/ 282267 w 475634"/>
                <a:gd name="connsiteY72" fmla="*/ 208934 h 386734"/>
                <a:gd name="connsiteX73" fmla="*/ 266700 w 475634"/>
                <a:gd name="connsiteY73" fmla="*/ 193367 h 386734"/>
                <a:gd name="connsiteX74" fmla="*/ 282267 w 475634"/>
                <a:gd name="connsiteY74" fmla="*/ 177800 h 386734"/>
                <a:gd name="connsiteX75" fmla="*/ 193367 w 475634"/>
                <a:gd name="connsiteY75" fmla="*/ 177800 h 386734"/>
                <a:gd name="connsiteX76" fmla="*/ 208934 w 475634"/>
                <a:gd name="connsiteY76" fmla="*/ 193367 h 386734"/>
                <a:gd name="connsiteX77" fmla="*/ 193367 w 475634"/>
                <a:gd name="connsiteY77" fmla="*/ 208934 h 386734"/>
                <a:gd name="connsiteX78" fmla="*/ 177800 w 475634"/>
                <a:gd name="connsiteY78" fmla="*/ 193367 h 386734"/>
                <a:gd name="connsiteX79" fmla="*/ 193367 w 475634"/>
                <a:gd name="connsiteY79" fmla="*/ 177800 h 386734"/>
                <a:gd name="connsiteX80" fmla="*/ 104467 w 475634"/>
                <a:gd name="connsiteY80" fmla="*/ 177800 h 386734"/>
                <a:gd name="connsiteX81" fmla="*/ 120034 w 475634"/>
                <a:gd name="connsiteY81" fmla="*/ 193367 h 386734"/>
                <a:gd name="connsiteX82" fmla="*/ 104467 w 475634"/>
                <a:gd name="connsiteY82" fmla="*/ 208934 h 386734"/>
                <a:gd name="connsiteX83" fmla="*/ 88900 w 475634"/>
                <a:gd name="connsiteY83" fmla="*/ 193367 h 386734"/>
                <a:gd name="connsiteX84" fmla="*/ 104467 w 475634"/>
                <a:gd name="connsiteY84" fmla="*/ 177800 h 386734"/>
                <a:gd name="connsiteX85" fmla="*/ 15567 w 475634"/>
                <a:gd name="connsiteY85" fmla="*/ 177800 h 386734"/>
                <a:gd name="connsiteX86" fmla="*/ 31134 w 475634"/>
                <a:gd name="connsiteY86" fmla="*/ 193367 h 386734"/>
                <a:gd name="connsiteX87" fmla="*/ 15567 w 475634"/>
                <a:gd name="connsiteY87" fmla="*/ 208934 h 386734"/>
                <a:gd name="connsiteX88" fmla="*/ 0 w 475634"/>
                <a:gd name="connsiteY88" fmla="*/ 193367 h 386734"/>
                <a:gd name="connsiteX89" fmla="*/ 15567 w 475634"/>
                <a:gd name="connsiteY89" fmla="*/ 177800 h 386734"/>
                <a:gd name="connsiteX90" fmla="*/ 460067 w 475634"/>
                <a:gd name="connsiteY90" fmla="*/ 88900 h 386734"/>
                <a:gd name="connsiteX91" fmla="*/ 475634 w 475634"/>
                <a:gd name="connsiteY91" fmla="*/ 104467 h 386734"/>
                <a:gd name="connsiteX92" fmla="*/ 460067 w 475634"/>
                <a:gd name="connsiteY92" fmla="*/ 120034 h 386734"/>
                <a:gd name="connsiteX93" fmla="*/ 444500 w 475634"/>
                <a:gd name="connsiteY93" fmla="*/ 104467 h 386734"/>
                <a:gd name="connsiteX94" fmla="*/ 460067 w 475634"/>
                <a:gd name="connsiteY94" fmla="*/ 88900 h 386734"/>
                <a:gd name="connsiteX95" fmla="*/ 371167 w 475634"/>
                <a:gd name="connsiteY95" fmla="*/ 88900 h 386734"/>
                <a:gd name="connsiteX96" fmla="*/ 386734 w 475634"/>
                <a:gd name="connsiteY96" fmla="*/ 104467 h 386734"/>
                <a:gd name="connsiteX97" fmla="*/ 371167 w 475634"/>
                <a:gd name="connsiteY97" fmla="*/ 120034 h 386734"/>
                <a:gd name="connsiteX98" fmla="*/ 355600 w 475634"/>
                <a:gd name="connsiteY98" fmla="*/ 104467 h 386734"/>
                <a:gd name="connsiteX99" fmla="*/ 371167 w 475634"/>
                <a:gd name="connsiteY99" fmla="*/ 88900 h 386734"/>
                <a:gd name="connsiteX100" fmla="*/ 282267 w 475634"/>
                <a:gd name="connsiteY100" fmla="*/ 88900 h 386734"/>
                <a:gd name="connsiteX101" fmla="*/ 297834 w 475634"/>
                <a:gd name="connsiteY101" fmla="*/ 104467 h 386734"/>
                <a:gd name="connsiteX102" fmla="*/ 282267 w 475634"/>
                <a:gd name="connsiteY102" fmla="*/ 120034 h 386734"/>
                <a:gd name="connsiteX103" fmla="*/ 266700 w 475634"/>
                <a:gd name="connsiteY103" fmla="*/ 104467 h 386734"/>
                <a:gd name="connsiteX104" fmla="*/ 282267 w 475634"/>
                <a:gd name="connsiteY104" fmla="*/ 88900 h 386734"/>
                <a:gd name="connsiteX105" fmla="*/ 193367 w 475634"/>
                <a:gd name="connsiteY105" fmla="*/ 88900 h 386734"/>
                <a:gd name="connsiteX106" fmla="*/ 208934 w 475634"/>
                <a:gd name="connsiteY106" fmla="*/ 104467 h 386734"/>
                <a:gd name="connsiteX107" fmla="*/ 193367 w 475634"/>
                <a:gd name="connsiteY107" fmla="*/ 120034 h 386734"/>
                <a:gd name="connsiteX108" fmla="*/ 177800 w 475634"/>
                <a:gd name="connsiteY108" fmla="*/ 104467 h 386734"/>
                <a:gd name="connsiteX109" fmla="*/ 193367 w 475634"/>
                <a:gd name="connsiteY109" fmla="*/ 88900 h 386734"/>
                <a:gd name="connsiteX110" fmla="*/ 104467 w 475634"/>
                <a:gd name="connsiteY110" fmla="*/ 88900 h 386734"/>
                <a:gd name="connsiteX111" fmla="*/ 120034 w 475634"/>
                <a:gd name="connsiteY111" fmla="*/ 104467 h 386734"/>
                <a:gd name="connsiteX112" fmla="*/ 104467 w 475634"/>
                <a:gd name="connsiteY112" fmla="*/ 120034 h 386734"/>
                <a:gd name="connsiteX113" fmla="*/ 88900 w 475634"/>
                <a:gd name="connsiteY113" fmla="*/ 104467 h 386734"/>
                <a:gd name="connsiteX114" fmla="*/ 104467 w 475634"/>
                <a:gd name="connsiteY114" fmla="*/ 88900 h 386734"/>
                <a:gd name="connsiteX115" fmla="*/ 15567 w 475634"/>
                <a:gd name="connsiteY115" fmla="*/ 88900 h 386734"/>
                <a:gd name="connsiteX116" fmla="*/ 31134 w 475634"/>
                <a:gd name="connsiteY116" fmla="*/ 104467 h 386734"/>
                <a:gd name="connsiteX117" fmla="*/ 15567 w 475634"/>
                <a:gd name="connsiteY117" fmla="*/ 120034 h 386734"/>
                <a:gd name="connsiteX118" fmla="*/ 0 w 475634"/>
                <a:gd name="connsiteY118" fmla="*/ 104467 h 386734"/>
                <a:gd name="connsiteX119" fmla="*/ 15567 w 475634"/>
                <a:gd name="connsiteY119" fmla="*/ 88900 h 386734"/>
                <a:gd name="connsiteX120" fmla="*/ 460067 w 475634"/>
                <a:gd name="connsiteY120" fmla="*/ 0 h 386734"/>
                <a:gd name="connsiteX121" fmla="*/ 475634 w 475634"/>
                <a:gd name="connsiteY121" fmla="*/ 15567 h 386734"/>
                <a:gd name="connsiteX122" fmla="*/ 460067 w 475634"/>
                <a:gd name="connsiteY122" fmla="*/ 31134 h 386734"/>
                <a:gd name="connsiteX123" fmla="*/ 444500 w 475634"/>
                <a:gd name="connsiteY123" fmla="*/ 15567 h 386734"/>
                <a:gd name="connsiteX124" fmla="*/ 460067 w 475634"/>
                <a:gd name="connsiteY124" fmla="*/ 0 h 386734"/>
                <a:gd name="connsiteX125" fmla="*/ 371167 w 475634"/>
                <a:gd name="connsiteY125" fmla="*/ 0 h 386734"/>
                <a:gd name="connsiteX126" fmla="*/ 386734 w 475634"/>
                <a:gd name="connsiteY126" fmla="*/ 15567 h 386734"/>
                <a:gd name="connsiteX127" fmla="*/ 371167 w 475634"/>
                <a:gd name="connsiteY127" fmla="*/ 31134 h 386734"/>
                <a:gd name="connsiteX128" fmla="*/ 355600 w 475634"/>
                <a:gd name="connsiteY128" fmla="*/ 15567 h 386734"/>
                <a:gd name="connsiteX129" fmla="*/ 371167 w 475634"/>
                <a:gd name="connsiteY129" fmla="*/ 0 h 386734"/>
                <a:gd name="connsiteX130" fmla="*/ 282267 w 475634"/>
                <a:gd name="connsiteY130" fmla="*/ 0 h 386734"/>
                <a:gd name="connsiteX131" fmla="*/ 297834 w 475634"/>
                <a:gd name="connsiteY131" fmla="*/ 15567 h 386734"/>
                <a:gd name="connsiteX132" fmla="*/ 282267 w 475634"/>
                <a:gd name="connsiteY132" fmla="*/ 31134 h 386734"/>
                <a:gd name="connsiteX133" fmla="*/ 266700 w 475634"/>
                <a:gd name="connsiteY133" fmla="*/ 15567 h 386734"/>
                <a:gd name="connsiteX134" fmla="*/ 282267 w 475634"/>
                <a:gd name="connsiteY134" fmla="*/ 0 h 386734"/>
                <a:gd name="connsiteX135" fmla="*/ 193367 w 475634"/>
                <a:gd name="connsiteY135" fmla="*/ 0 h 386734"/>
                <a:gd name="connsiteX136" fmla="*/ 208934 w 475634"/>
                <a:gd name="connsiteY136" fmla="*/ 15567 h 386734"/>
                <a:gd name="connsiteX137" fmla="*/ 193367 w 475634"/>
                <a:gd name="connsiteY137" fmla="*/ 31134 h 386734"/>
                <a:gd name="connsiteX138" fmla="*/ 177800 w 475634"/>
                <a:gd name="connsiteY138" fmla="*/ 15567 h 386734"/>
                <a:gd name="connsiteX139" fmla="*/ 193367 w 475634"/>
                <a:gd name="connsiteY139" fmla="*/ 0 h 386734"/>
                <a:gd name="connsiteX140" fmla="*/ 104467 w 475634"/>
                <a:gd name="connsiteY140" fmla="*/ 0 h 386734"/>
                <a:gd name="connsiteX141" fmla="*/ 120034 w 475634"/>
                <a:gd name="connsiteY141" fmla="*/ 15567 h 386734"/>
                <a:gd name="connsiteX142" fmla="*/ 104467 w 475634"/>
                <a:gd name="connsiteY142" fmla="*/ 31134 h 386734"/>
                <a:gd name="connsiteX143" fmla="*/ 88900 w 475634"/>
                <a:gd name="connsiteY143" fmla="*/ 15567 h 386734"/>
                <a:gd name="connsiteX144" fmla="*/ 104467 w 475634"/>
                <a:gd name="connsiteY144" fmla="*/ 0 h 386734"/>
                <a:gd name="connsiteX145" fmla="*/ 15567 w 475634"/>
                <a:gd name="connsiteY145" fmla="*/ 0 h 386734"/>
                <a:gd name="connsiteX146" fmla="*/ 31134 w 475634"/>
                <a:gd name="connsiteY146" fmla="*/ 15567 h 386734"/>
                <a:gd name="connsiteX147" fmla="*/ 15567 w 475634"/>
                <a:gd name="connsiteY147" fmla="*/ 31134 h 386734"/>
                <a:gd name="connsiteX148" fmla="*/ 0 w 475634"/>
                <a:gd name="connsiteY148" fmla="*/ 15567 h 386734"/>
                <a:gd name="connsiteX149" fmla="*/ 15567 w 475634"/>
                <a:gd name="connsiteY149" fmla="*/ 0 h 38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475634" h="386734">
                  <a:moveTo>
                    <a:pt x="460067" y="355600"/>
                  </a:moveTo>
                  <a:cubicBezTo>
                    <a:pt x="468664" y="355600"/>
                    <a:pt x="475634" y="362570"/>
                    <a:pt x="475634" y="371167"/>
                  </a:cubicBezTo>
                  <a:cubicBezTo>
                    <a:pt x="475634" y="379764"/>
                    <a:pt x="468664" y="386734"/>
                    <a:pt x="460067" y="386734"/>
                  </a:cubicBezTo>
                  <a:cubicBezTo>
                    <a:pt x="451470" y="386734"/>
                    <a:pt x="444500" y="379764"/>
                    <a:pt x="444500" y="371167"/>
                  </a:cubicBezTo>
                  <a:cubicBezTo>
                    <a:pt x="444500" y="362570"/>
                    <a:pt x="451470" y="355600"/>
                    <a:pt x="460067" y="355600"/>
                  </a:cubicBezTo>
                  <a:close/>
                  <a:moveTo>
                    <a:pt x="371167" y="355600"/>
                  </a:moveTo>
                  <a:cubicBezTo>
                    <a:pt x="379764" y="355600"/>
                    <a:pt x="386734" y="362570"/>
                    <a:pt x="386734" y="371167"/>
                  </a:cubicBezTo>
                  <a:cubicBezTo>
                    <a:pt x="386734" y="379764"/>
                    <a:pt x="379764" y="386734"/>
                    <a:pt x="371167" y="386734"/>
                  </a:cubicBezTo>
                  <a:cubicBezTo>
                    <a:pt x="362570" y="386734"/>
                    <a:pt x="355600" y="379764"/>
                    <a:pt x="355600" y="371167"/>
                  </a:cubicBezTo>
                  <a:cubicBezTo>
                    <a:pt x="355600" y="362570"/>
                    <a:pt x="362570" y="355600"/>
                    <a:pt x="371167" y="355600"/>
                  </a:cubicBezTo>
                  <a:close/>
                  <a:moveTo>
                    <a:pt x="282267" y="355600"/>
                  </a:moveTo>
                  <a:cubicBezTo>
                    <a:pt x="290864" y="355600"/>
                    <a:pt x="297834" y="362570"/>
                    <a:pt x="297834" y="371167"/>
                  </a:cubicBezTo>
                  <a:cubicBezTo>
                    <a:pt x="297834" y="379764"/>
                    <a:pt x="290864" y="386734"/>
                    <a:pt x="282267" y="386734"/>
                  </a:cubicBezTo>
                  <a:cubicBezTo>
                    <a:pt x="273670" y="386734"/>
                    <a:pt x="266700" y="379764"/>
                    <a:pt x="266700" y="371167"/>
                  </a:cubicBezTo>
                  <a:cubicBezTo>
                    <a:pt x="266700" y="362570"/>
                    <a:pt x="273670" y="355600"/>
                    <a:pt x="282267" y="355600"/>
                  </a:cubicBezTo>
                  <a:close/>
                  <a:moveTo>
                    <a:pt x="193367" y="355600"/>
                  </a:moveTo>
                  <a:cubicBezTo>
                    <a:pt x="201964" y="355600"/>
                    <a:pt x="208934" y="362570"/>
                    <a:pt x="208934" y="371167"/>
                  </a:cubicBezTo>
                  <a:cubicBezTo>
                    <a:pt x="208934" y="379764"/>
                    <a:pt x="201964" y="386734"/>
                    <a:pt x="193367" y="386734"/>
                  </a:cubicBezTo>
                  <a:cubicBezTo>
                    <a:pt x="184770" y="386734"/>
                    <a:pt x="177800" y="379764"/>
                    <a:pt x="177800" y="371167"/>
                  </a:cubicBezTo>
                  <a:cubicBezTo>
                    <a:pt x="177800" y="362570"/>
                    <a:pt x="184770" y="355600"/>
                    <a:pt x="193367" y="355600"/>
                  </a:cubicBezTo>
                  <a:close/>
                  <a:moveTo>
                    <a:pt x="104467" y="355600"/>
                  </a:moveTo>
                  <a:cubicBezTo>
                    <a:pt x="113064" y="355600"/>
                    <a:pt x="120034" y="362570"/>
                    <a:pt x="120034" y="371167"/>
                  </a:cubicBezTo>
                  <a:cubicBezTo>
                    <a:pt x="120034" y="379764"/>
                    <a:pt x="113064" y="386734"/>
                    <a:pt x="104467" y="386734"/>
                  </a:cubicBezTo>
                  <a:cubicBezTo>
                    <a:pt x="95870" y="386734"/>
                    <a:pt x="88900" y="379764"/>
                    <a:pt x="88900" y="371167"/>
                  </a:cubicBezTo>
                  <a:cubicBezTo>
                    <a:pt x="88900" y="362570"/>
                    <a:pt x="95870" y="355600"/>
                    <a:pt x="104467" y="355600"/>
                  </a:cubicBezTo>
                  <a:close/>
                  <a:moveTo>
                    <a:pt x="15567" y="355600"/>
                  </a:moveTo>
                  <a:cubicBezTo>
                    <a:pt x="24164" y="355600"/>
                    <a:pt x="31134" y="362570"/>
                    <a:pt x="31134" y="371167"/>
                  </a:cubicBezTo>
                  <a:cubicBezTo>
                    <a:pt x="31134" y="379764"/>
                    <a:pt x="24164" y="386734"/>
                    <a:pt x="15567" y="386734"/>
                  </a:cubicBezTo>
                  <a:cubicBezTo>
                    <a:pt x="6970" y="386734"/>
                    <a:pt x="0" y="379764"/>
                    <a:pt x="0" y="371167"/>
                  </a:cubicBezTo>
                  <a:cubicBezTo>
                    <a:pt x="0" y="362570"/>
                    <a:pt x="6970" y="355600"/>
                    <a:pt x="15567" y="355600"/>
                  </a:cubicBezTo>
                  <a:close/>
                  <a:moveTo>
                    <a:pt x="460067" y="266700"/>
                  </a:moveTo>
                  <a:cubicBezTo>
                    <a:pt x="468664" y="266700"/>
                    <a:pt x="475634" y="273670"/>
                    <a:pt x="475634" y="282267"/>
                  </a:cubicBezTo>
                  <a:cubicBezTo>
                    <a:pt x="475634" y="290864"/>
                    <a:pt x="468664" y="297834"/>
                    <a:pt x="460067" y="297834"/>
                  </a:cubicBezTo>
                  <a:cubicBezTo>
                    <a:pt x="451470" y="297834"/>
                    <a:pt x="444500" y="290864"/>
                    <a:pt x="444500" y="282267"/>
                  </a:cubicBezTo>
                  <a:cubicBezTo>
                    <a:pt x="444500" y="273670"/>
                    <a:pt x="451470" y="266700"/>
                    <a:pt x="460067" y="266700"/>
                  </a:cubicBezTo>
                  <a:close/>
                  <a:moveTo>
                    <a:pt x="371167" y="266700"/>
                  </a:moveTo>
                  <a:cubicBezTo>
                    <a:pt x="379764" y="266700"/>
                    <a:pt x="386734" y="273670"/>
                    <a:pt x="386734" y="282267"/>
                  </a:cubicBezTo>
                  <a:cubicBezTo>
                    <a:pt x="386734" y="290864"/>
                    <a:pt x="379764" y="297834"/>
                    <a:pt x="371167" y="297834"/>
                  </a:cubicBezTo>
                  <a:cubicBezTo>
                    <a:pt x="362570" y="297834"/>
                    <a:pt x="355600" y="290864"/>
                    <a:pt x="355600" y="282267"/>
                  </a:cubicBezTo>
                  <a:cubicBezTo>
                    <a:pt x="355600" y="273670"/>
                    <a:pt x="362570" y="266700"/>
                    <a:pt x="371167" y="266700"/>
                  </a:cubicBezTo>
                  <a:close/>
                  <a:moveTo>
                    <a:pt x="282267" y="266700"/>
                  </a:moveTo>
                  <a:cubicBezTo>
                    <a:pt x="290864" y="266700"/>
                    <a:pt x="297834" y="273670"/>
                    <a:pt x="297834" y="282267"/>
                  </a:cubicBezTo>
                  <a:cubicBezTo>
                    <a:pt x="297834" y="290864"/>
                    <a:pt x="290864" y="297834"/>
                    <a:pt x="282267" y="297834"/>
                  </a:cubicBezTo>
                  <a:cubicBezTo>
                    <a:pt x="273670" y="297834"/>
                    <a:pt x="266700" y="290864"/>
                    <a:pt x="266700" y="282267"/>
                  </a:cubicBezTo>
                  <a:cubicBezTo>
                    <a:pt x="266700" y="273670"/>
                    <a:pt x="273670" y="266700"/>
                    <a:pt x="282267" y="266700"/>
                  </a:cubicBezTo>
                  <a:close/>
                  <a:moveTo>
                    <a:pt x="193367" y="266700"/>
                  </a:moveTo>
                  <a:cubicBezTo>
                    <a:pt x="201964" y="266700"/>
                    <a:pt x="208934" y="273670"/>
                    <a:pt x="208934" y="282267"/>
                  </a:cubicBezTo>
                  <a:cubicBezTo>
                    <a:pt x="208934" y="290864"/>
                    <a:pt x="201964" y="297834"/>
                    <a:pt x="193367" y="297834"/>
                  </a:cubicBezTo>
                  <a:cubicBezTo>
                    <a:pt x="184770" y="297834"/>
                    <a:pt x="177800" y="290864"/>
                    <a:pt x="177800" y="282267"/>
                  </a:cubicBezTo>
                  <a:cubicBezTo>
                    <a:pt x="177800" y="273670"/>
                    <a:pt x="184770" y="266700"/>
                    <a:pt x="193367" y="266700"/>
                  </a:cubicBezTo>
                  <a:close/>
                  <a:moveTo>
                    <a:pt x="104467" y="266700"/>
                  </a:moveTo>
                  <a:cubicBezTo>
                    <a:pt x="113064" y="266700"/>
                    <a:pt x="120034" y="273670"/>
                    <a:pt x="120034" y="282267"/>
                  </a:cubicBezTo>
                  <a:cubicBezTo>
                    <a:pt x="120034" y="290864"/>
                    <a:pt x="113064" y="297834"/>
                    <a:pt x="104467" y="297834"/>
                  </a:cubicBezTo>
                  <a:cubicBezTo>
                    <a:pt x="95870" y="297834"/>
                    <a:pt x="88900" y="290864"/>
                    <a:pt x="88900" y="282267"/>
                  </a:cubicBezTo>
                  <a:cubicBezTo>
                    <a:pt x="88900" y="273670"/>
                    <a:pt x="95870" y="266700"/>
                    <a:pt x="104467" y="266700"/>
                  </a:cubicBezTo>
                  <a:close/>
                  <a:moveTo>
                    <a:pt x="15567" y="266700"/>
                  </a:moveTo>
                  <a:cubicBezTo>
                    <a:pt x="24164" y="266700"/>
                    <a:pt x="31134" y="273670"/>
                    <a:pt x="31134" y="282267"/>
                  </a:cubicBezTo>
                  <a:cubicBezTo>
                    <a:pt x="31134" y="290864"/>
                    <a:pt x="24164" y="297834"/>
                    <a:pt x="15567" y="297834"/>
                  </a:cubicBezTo>
                  <a:cubicBezTo>
                    <a:pt x="6970" y="297834"/>
                    <a:pt x="0" y="290864"/>
                    <a:pt x="0" y="282267"/>
                  </a:cubicBezTo>
                  <a:cubicBezTo>
                    <a:pt x="0" y="273670"/>
                    <a:pt x="6970" y="266700"/>
                    <a:pt x="15567" y="266700"/>
                  </a:cubicBezTo>
                  <a:close/>
                  <a:moveTo>
                    <a:pt x="460067" y="177800"/>
                  </a:moveTo>
                  <a:cubicBezTo>
                    <a:pt x="468664" y="177800"/>
                    <a:pt x="475634" y="184770"/>
                    <a:pt x="475634" y="193367"/>
                  </a:cubicBezTo>
                  <a:cubicBezTo>
                    <a:pt x="475634" y="201964"/>
                    <a:pt x="468664" y="208934"/>
                    <a:pt x="460067" y="208934"/>
                  </a:cubicBezTo>
                  <a:cubicBezTo>
                    <a:pt x="451470" y="208934"/>
                    <a:pt x="444500" y="201964"/>
                    <a:pt x="444500" y="193367"/>
                  </a:cubicBezTo>
                  <a:cubicBezTo>
                    <a:pt x="444500" y="184770"/>
                    <a:pt x="451470" y="177800"/>
                    <a:pt x="460067" y="177800"/>
                  </a:cubicBezTo>
                  <a:close/>
                  <a:moveTo>
                    <a:pt x="371167" y="177800"/>
                  </a:moveTo>
                  <a:cubicBezTo>
                    <a:pt x="379764" y="177800"/>
                    <a:pt x="386734" y="184770"/>
                    <a:pt x="386734" y="193367"/>
                  </a:cubicBezTo>
                  <a:cubicBezTo>
                    <a:pt x="386734" y="201964"/>
                    <a:pt x="379764" y="208934"/>
                    <a:pt x="371167" y="208934"/>
                  </a:cubicBezTo>
                  <a:cubicBezTo>
                    <a:pt x="362570" y="208934"/>
                    <a:pt x="355600" y="201964"/>
                    <a:pt x="355600" y="193367"/>
                  </a:cubicBezTo>
                  <a:cubicBezTo>
                    <a:pt x="355600" y="184770"/>
                    <a:pt x="362570" y="177800"/>
                    <a:pt x="371167" y="177800"/>
                  </a:cubicBezTo>
                  <a:close/>
                  <a:moveTo>
                    <a:pt x="282267" y="177800"/>
                  </a:moveTo>
                  <a:cubicBezTo>
                    <a:pt x="290864" y="177800"/>
                    <a:pt x="297834" y="184770"/>
                    <a:pt x="297834" y="193367"/>
                  </a:cubicBezTo>
                  <a:cubicBezTo>
                    <a:pt x="297834" y="201964"/>
                    <a:pt x="290864" y="208934"/>
                    <a:pt x="282267" y="208934"/>
                  </a:cubicBezTo>
                  <a:cubicBezTo>
                    <a:pt x="273670" y="208934"/>
                    <a:pt x="266700" y="201964"/>
                    <a:pt x="266700" y="193367"/>
                  </a:cubicBezTo>
                  <a:cubicBezTo>
                    <a:pt x="266700" y="184770"/>
                    <a:pt x="273670" y="177800"/>
                    <a:pt x="282267" y="177800"/>
                  </a:cubicBezTo>
                  <a:close/>
                  <a:moveTo>
                    <a:pt x="193367" y="177800"/>
                  </a:moveTo>
                  <a:cubicBezTo>
                    <a:pt x="201964" y="177800"/>
                    <a:pt x="208934" y="184770"/>
                    <a:pt x="208934" y="193367"/>
                  </a:cubicBezTo>
                  <a:cubicBezTo>
                    <a:pt x="208934" y="201964"/>
                    <a:pt x="201964" y="208934"/>
                    <a:pt x="193367" y="208934"/>
                  </a:cubicBezTo>
                  <a:cubicBezTo>
                    <a:pt x="184770" y="208934"/>
                    <a:pt x="177800" y="201964"/>
                    <a:pt x="177800" y="193367"/>
                  </a:cubicBezTo>
                  <a:cubicBezTo>
                    <a:pt x="177800" y="184770"/>
                    <a:pt x="184770" y="177800"/>
                    <a:pt x="193367" y="177800"/>
                  </a:cubicBezTo>
                  <a:close/>
                  <a:moveTo>
                    <a:pt x="104467" y="177800"/>
                  </a:moveTo>
                  <a:cubicBezTo>
                    <a:pt x="113064" y="177800"/>
                    <a:pt x="120034" y="184770"/>
                    <a:pt x="120034" y="193367"/>
                  </a:cubicBezTo>
                  <a:cubicBezTo>
                    <a:pt x="120034" y="201964"/>
                    <a:pt x="113064" y="208934"/>
                    <a:pt x="104467" y="208934"/>
                  </a:cubicBezTo>
                  <a:cubicBezTo>
                    <a:pt x="95870" y="208934"/>
                    <a:pt x="88900" y="201964"/>
                    <a:pt x="88900" y="193367"/>
                  </a:cubicBezTo>
                  <a:cubicBezTo>
                    <a:pt x="88900" y="184770"/>
                    <a:pt x="95870" y="177800"/>
                    <a:pt x="104467" y="177800"/>
                  </a:cubicBezTo>
                  <a:close/>
                  <a:moveTo>
                    <a:pt x="15567" y="177800"/>
                  </a:moveTo>
                  <a:cubicBezTo>
                    <a:pt x="24164" y="177800"/>
                    <a:pt x="31134" y="184770"/>
                    <a:pt x="31134" y="193367"/>
                  </a:cubicBezTo>
                  <a:cubicBezTo>
                    <a:pt x="31134" y="201964"/>
                    <a:pt x="24164" y="208934"/>
                    <a:pt x="15567" y="208934"/>
                  </a:cubicBezTo>
                  <a:cubicBezTo>
                    <a:pt x="6970" y="208934"/>
                    <a:pt x="0" y="201964"/>
                    <a:pt x="0" y="193367"/>
                  </a:cubicBezTo>
                  <a:cubicBezTo>
                    <a:pt x="0" y="184770"/>
                    <a:pt x="6970" y="177800"/>
                    <a:pt x="15567" y="177800"/>
                  </a:cubicBezTo>
                  <a:close/>
                  <a:moveTo>
                    <a:pt x="460067" y="88900"/>
                  </a:moveTo>
                  <a:cubicBezTo>
                    <a:pt x="468664" y="88900"/>
                    <a:pt x="475634" y="95870"/>
                    <a:pt x="475634" y="104467"/>
                  </a:cubicBezTo>
                  <a:cubicBezTo>
                    <a:pt x="475634" y="113064"/>
                    <a:pt x="468664" y="120034"/>
                    <a:pt x="460067" y="120034"/>
                  </a:cubicBezTo>
                  <a:cubicBezTo>
                    <a:pt x="451470" y="120034"/>
                    <a:pt x="444500" y="113064"/>
                    <a:pt x="444500" y="104467"/>
                  </a:cubicBezTo>
                  <a:cubicBezTo>
                    <a:pt x="444500" y="95870"/>
                    <a:pt x="451470" y="88900"/>
                    <a:pt x="460067" y="88900"/>
                  </a:cubicBezTo>
                  <a:close/>
                  <a:moveTo>
                    <a:pt x="371167" y="88900"/>
                  </a:moveTo>
                  <a:cubicBezTo>
                    <a:pt x="379764" y="88900"/>
                    <a:pt x="386734" y="95870"/>
                    <a:pt x="386734" y="104467"/>
                  </a:cubicBezTo>
                  <a:cubicBezTo>
                    <a:pt x="386734" y="113064"/>
                    <a:pt x="379764" y="120034"/>
                    <a:pt x="371167" y="120034"/>
                  </a:cubicBezTo>
                  <a:cubicBezTo>
                    <a:pt x="362570" y="120034"/>
                    <a:pt x="355600" y="113064"/>
                    <a:pt x="355600" y="104467"/>
                  </a:cubicBezTo>
                  <a:cubicBezTo>
                    <a:pt x="355600" y="95870"/>
                    <a:pt x="362570" y="88900"/>
                    <a:pt x="371167" y="88900"/>
                  </a:cubicBezTo>
                  <a:close/>
                  <a:moveTo>
                    <a:pt x="282267" y="88900"/>
                  </a:moveTo>
                  <a:cubicBezTo>
                    <a:pt x="290864" y="88900"/>
                    <a:pt x="297834" y="95870"/>
                    <a:pt x="297834" y="104467"/>
                  </a:cubicBezTo>
                  <a:cubicBezTo>
                    <a:pt x="297834" y="113064"/>
                    <a:pt x="290864" y="120034"/>
                    <a:pt x="282267" y="120034"/>
                  </a:cubicBezTo>
                  <a:cubicBezTo>
                    <a:pt x="273670" y="120034"/>
                    <a:pt x="266700" y="113064"/>
                    <a:pt x="266700" y="104467"/>
                  </a:cubicBezTo>
                  <a:cubicBezTo>
                    <a:pt x="266700" y="95870"/>
                    <a:pt x="273670" y="88900"/>
                    <a:pt x="282267" y="88900"/>
                  </a:cubicBezTo>
                  <a:close/>
                  <a:moveTo>
                    <a:pt x="193367" y="88900"/>
                  </a:moveTo>
                  <a:cubicBezTo>
                    <a:pt x="201964" y="88900"/>
                    <a:pt x="208934" y="95870"/>
                    <a:pt x="208934" y="104467"/>
                  </a:cubicBezTo>
                  <a:cubicBezTo>
                    <a:pt x="208934" y="113064"/>
                    <a:pt x="201964" y="120034"/>
                    <a:pt x="193367" y="120034"/>
                  </a:cubicBezTo>
                  <a:cubicBezTo>
                    <a:pt x="184770" y="120034"/>
                    <a:pt x="177800" y="113064"/>
                    <a:pt x="177800" y="104467"/>
                  </a:cubicBezTo>
                  <a:cubicBezTo>
                    <a:pt x="177800" y="95870"/>
                    <a:pt x="184770" y="88900"/>
                    <a:pt x="193367" y="88900"/>
                  </a:cubicBezTo>
                  <a:close/>
                  <a:moveTo>
                    <a:pt x="104467" y="88900"/>
                  </a:moveTo>
                  <a:cubicBezTo>
                    <a:pt x="113064" y="88900"/>
                    <a:pt x="120034" y="95870"/>
                    <a:pt x="120034" y="104467"/>
                  </a:cubicBezTo>
                  <a:cubicBezTo>
                    <a:pt x="120034" y="113064"/>
                    <a:pt x="113064" y="120034"/>
                    <a:pt x="104467" y="120034"/>
                  </a:cubicBezTo>
                  <a:cubicBezTo>
                    <a:pt x="95870" y="120034"/>
                    <a:pt x="88900" y="113064"/>
                    <a:pt x="88900" y="104467"/>
                  </a:cubicBezTo>
                  <a:cubicBezTo>
                    <a:pt x="88900" y="95870"/>
                    <a:pt x="95870" y="88900"/>
                    <a:pt x="104467" y="88900"/>
                  </a:cubicBezTo>
                  <a:close/>
                  <a:moveTo>
                    <a:pt x="15567" y="88900"/>
                  </a:moveTo>
                  <a:cubicBezTo>
                    <a:pt x="24164" y="88900"/>
                    <a:pt x="31134" y="95870"/>
                    <a:pt x="31134" y="104467"/>
                  </a:cubicBezTo>
                  <a:cubicBezTo>
                    <a:pt x="31134" y="113064"/>
                    <a:pt x="24164" y="120034"/>
                    <a:pt x="15567" y="120034"/>
                  </a:cubicBezTo>
                  <a:cubicBezTo>
                    <a:pt x="6970" y="120034"/>
                    <a:pt x="0" y="113064"/>
                    <a:pt x="0" y="104467"/>
                  </a:cubicBezTo>
                  <a:cubicBezTo>
                    <a:pt x="0" y="95870"/>
                    <a:pt x="6970" y="88900"/>
                    <a:pt x="15567" y="88900"/>
                  </a:cubicBezTo>
                  <a:close/>
                  <a:moveTo>
                    <a:pt x="460067" y="0"/>
                  </a:moveTo>
                  <a:cubicBezTo>
                    <a:pt x="468664" y="0"/>
                    <a:pt x="475634" y="6970"/>
                    <a:pt x="475634" y="15567"/>
                  </a:cubicBezTo>
                  <a:cubicBezTo>
                    <a:pt x="475634" y="24164"/>
                    <a:pt x="468664" y="31134"/>
                    <a:pt x="460067" y="31134"/>
                  </a:cubicBezTo>
                  <a:cubicBezTo>
                    <a:pt x="451470" y="31134"/>
                    <a:pt x="444500" y="24164"/>
                    <a:pt x="444500" y="15567"/>
                  </a:cubicBezTo>
                  <a:cubicBezTo>
                    <a:pt x="444500" y="6970"/>
                    <a:pt x="451470" y="0"/>
                    <a:pt x="460067" y="0"/>
                  </a:cubicBezTo>
                  <a:close/>
                  <a:moveTo>
                    <a:pt x="371167" y="0"/>
                  </a:moveTo>
                  <a:cubicBezTo>
                    <a:pt x="379764" y="0"/>
                    <a:pt x="386734" y="6970"/>
                    <a:pt x="386734" y="15567"/>
                  </a:cubicBezTo>
                  <a:cubicBezTo>
                    <a:pt x="386734" y="24164"/>
                    <a:pt x="379764" y="31134"/>
                    <a:pt x="371167" y="31134"/>
                  </a:cubicBezTo>
                  <a:cubicBezTo>
                    <a:pt x="362570" y="31134"/>
                    <a:pt x="355600" y="24164"/>
                    <a:pt x="355600" y="15567"/>
                  </a:cubicBezTo>
                  <a:cubicBezTo>
                    <a:pt x="355600" y="6970"/>
                    <a:pt x="362570" y="0"/>
                    <a:pt x="371167" y="0"/>
                  </a:cubicBezTo>
                  <a:close/>
                  <a:moveTo>
                    <a:pt x="282267" y="0"/>
                  </a:moveTo>
                  <a:cubicBezTo>
                    <a:pt x="290864" y="0"/>
                    <a:pt x="297834" y="6970"/>
                    <a:pt x="297834" y="15567"/>
                  </a:cubicBezTo>
                  <a:cubicBezTo>
                    <a:pt x="297834" y="24164"/>
                    <a:pt x="290864" y="31134"/>
                    <a:pt x="282267" y="31134"/>
                  </a:cubicBezTo>
                  <a:cubicBezTo>
                    <a:pt x="273670" y="31134"/>
                    <a:pt x="266700" y="24164"/>
                    <a:pt x="266700" y="15567"/>
                  </a:cubicBezTo>
                  <a:cubicBezTo>
                    <a:pt x="266700" y="6970"/>
                    <a:pt x="273670" y="0"/>
                    <a:pt x="282267" y="0"/>
                  </a:cubicBezTo>
                  <a:close/>
                  <a:moveTo>
                    <a:pt x="193367" y="0"/>
                  </a:moveTo>
                  <a:cubicBezTo>
                    <a:pt x="201964" y="0"/>
                    <a:pt x="208934" y="6970"/>
                    <a:pt x="208934" y="15567"/>
                  </a:cubicBezTo>
                  <a:cubicBezTo>
                    <a:pt x="208934" y="24164"/>
                    <a:pt x="201964" y="31134"/>
                    <a:pt x="193367" y="31134"/>
                  </a:cubicBezTo>
                  <a:cubicBezTo>
                    <a:pt x="184770" y="31134"/>
                    <a:pt x="177800" y="24164"/>
                    <a:pt x="177800" y="15567"/>
                  </a:cubicBezTo>
                  <a:cubicBezTo>
                    <a:pt x="177800" y="6970"/>
                    <a:pt x="184770" y="0"/>
                    <a:pt x="193367" y="0"/>
                  </a:cubicBezTo>
                  <a:close/>
                  <a:moveTo>
                    <a:pt x="104467" y="0"/>
                  </a:moveTo>
                  <a:cubicBezTo>
                    <a:pt x="113064" y="0"/>
                    <a:pt x="120034" y="6970"/>
                    <a:pt x="120034" y="15567"/>
                  </a:cubicBezTo>
                  <a:cubicBezTo>
                    <a:pt x="120034" y="24164"/>
                    <a:pt x="113064" y="31134"/>
                    <a:pt x="104467" y="31134"/>
                  </a:cubicBezTo>
                  <a:cubicBezTo>
                    <a:pt x="95870" y="31134"/>
                    <a:pt x="88900" y="24164"/>
                    <a:pt x="88900" y="15567"/>
                  </a:cubicBezTo>
                  <a:cubicBezTo>
                    <a:pt x="88900" y="6970"/>
                    <a:pt x="95870" y="0"/>
                    <a:pt x="104467" y="0"/>
                  </a:cubicBezTo>
                  <a:close/>
                  <a:moveTo>
                    <a:pt x="15567" y="0"/>
                  </a:moveTo>
                  <a:cubicBezTo>
                    <a:pt x="24164" y="0"/>
                    <a:pt x="31134" y="6970"/>
                    <a:pt x="31134" y="15567"/>
                  </a:cubicBezTo>
                  <a:cubicBezTo>
                    <a:pt x="31134" y="24164"/>
                    <a:pt x="24164" y="31134"/>
                    <a:pt x="15567" y="31134"/>
                  </a:cubicBezTo>
                  <a:cubicBezTo>
                    <a:pt x="6970" y="31134"/>
                    <a:pt x="0" y="24164"/>
                    <a:pt x="0" y="15567"/>
                  </a:cubicBezTo>
                  <a:cubicBezTo>
                    <a:pt x="0" y="6970"/>
                    <a:pt x="6970" y="0"/>
                    <a:pt x="15567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92000"/>
                  </a:schemeClr>
                </a:gs>
                <a:gs pos="65000">
                  <a:schemeClr val="bg1">
                    <a:alpha val="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74" name="Freeform 18">
              <a:extLst>
                <a:ext uri="{FF2B5EF4-FFF2-40B4-BE49-F238E27FC236}">
                  <a16:creationId xmlns:a16="http://schemas.microsoft.com/office/drawing/2014/main" id="{F37F45FF-889C-88BC-8C34-7AE70DCC4ADD}"/>
                </a:ext>
              </a:extLst>
            </p:cNvPr>
            <p:cNvSpPr/>
            <p:nvPr/>
          </p:nvSpPr>
          <p:spPr>
            <a:xfrm rot="5400000">
              <a:off x="5323274" y="6365400"/>
              <a:ext cx="710410" cy="577626"/>
            </a:xfrm>
            <a:custGeom>
              <a:avLst/>
              <a:gdLst>
                <a:gd name="connsiteX0" fmla="*/ 460067 w 475634"/>
                <a:gd name="connsiteY0" fmla="*/ 355600 h 386734"/>
                <a:gd name="connsiteX1" fmla="*/ 475634 w 475634"/>
                <a:gd name="connsiteY1" fmla="*/ 371167 h 386734"/>
                <a:gd name="connsiteX2" fmla="*/ 460067 w 475634"/>
                <a:gd name="connsiteY2" fmla="*/ 386734 h 386734"/>
                <a:gd name="connsiteX3" fmla="*/ 444500 w 475634"/>
                <a:gd name="connsiteY3" fmla="*/ 371167 h 386734"/>
                <a:gd name="connsiteX4" fmla="*/ 460067 w 475634"/>
                <a:gd name="connsiteY4" fmla="*/ 355600 h 386734"/>
                <a:gd name="connsiteX5" fmla="*/ 371167 w 475634"/>
                <a:gd name="connsiteY5" fmla="*/ 355600 h 386734"/>
                <a:gd name="connsiteX6" fmla="*/ 386734 w 475634"/>
                <a:gd name="connsiteY6" fmla="*/ 371167 h 386734"/>
                <a:gd name="connsiteX7" fmla="*/ 371167 w 475634"/>
                <a:gd name="connsiteY7" fmla="*/ 386734 h 386734"/>
                <a:gd name="connsiteX8" fmla="*/ 355600 w 475634"/>
                <a:gd name="connsiteY8" fmla="*/ 371167 h 386734"/>
                <a:gd name="connsiteX9" fmla="*/ 371167 w 475634"/>
                <a:gd name="connsiteY9" fmla="*/ 355600 h 386734"/>
                <a:gd name="connsiteX10" fmla="*/ 282267 w 475634"/>
                <a:gd name="connsiteY10" fmla="*/ 355600 h 386734"/>
                <a:gd name="connsiteX11" fmla="*/ 297834 w 475634"/>
                <a:gd name="connsiteY11" fmla="*/ 371167 h 386734"/>
                <a:gd name="connsiteX12" fmla="*/ 282267 w 475634"/>
                <a:gd name="connsiteY12" fmla="*/ 386734 h 386734"/>
                <a:gd name="connsiteX13" fmla="*/ 266700 w 475634"/>
                <a:gd name="connsiteY13" fmla="*/ 371167 h 386734"/>
                <a:gd name="connsiteX14" fmla="*/ 282267 w 475634"/>
                <a:gd name="connsiteY14" fmla="*/ 355600 h 386734"/>
                <a:gd name="connsiteX15" fmla="*/ 193367 w 475634"/>
                <a:gd name="connsiteY15" fmla="*/ 355600 h 386734"/>
                <a:gd name="connsiteX16" fmla="*/ 208934 w 475634"/>
                <a:gd name="connsiteY16" fmla="*/ 371167 h 386734"/>
                <a:gd name="connsiteX17" fmla="*/ 193367 w 475634"/>
                <a:gd name="connsiteY17" fmla="*/ 386734 h 386734"/>
                <a:gd name="connsiteX18" fmla="*/ 177800 w 475634"/>
                <a:gd name="connsiteY18" fmla="*/ 371167 h 386734"/>
                <a:gd name="connsiteX19" fmla="*/ 193367 w 475634"/>
                <a:gd name="connsiteY19" fmla="*/ 355600 h 386734"/>
                <a:gd name="connsiteX20" fmla="*/ 104467 w 475634"/>
                <a:gd name="connsiteY20" fmla="*/ 355600 h 386734"/>
                <a:gd name="connsiteX21" fmla="*/ 120034 w 475634"/>
                <a:gd name="connsiteY21" fmla="*/ 371167 h 386734"/>
                <a:gd name="connsiteX22" fmla="*/ 104467 w 475634"/>
                <a:gd name="connsiteY22" fmla="*/ 386734 h 386734"/>
                <a:gd name="connsiteX23" fmla="*/ 88900 w 475634"/>
                <a:gd name="connsiteY23" fmla="*/ 371167 h 386734"/>
                <a:gd name="connsiteX24" fmla="*/ 104467 w 475634"/>
                <a:gd name="connsiteY24" fmla="*/ 355600 h 386734"/>
                <a:gd name="connsiteX25" fmla="*/ 15567 w 475634"/>
                <a:gd name="connsiteY25" fmla="*/ 355600 h 386734"/>
                <a:gd name="connsiteX26" fmla="*/ 31134 w 475634"/>
                <a:gd name="connsiteY26" fmla="*/ 371167 h 386734"/>
                <a:gd name="connsiteX27" fmla="*/ 15567 w 475634"/>
                <a:gd name="connsiteY27" fmla="*/ 386734 h 386734"/>
                <a:gd name="connsiteX28" fmla="*/ 0 w 475634"/>
                <a:gd name="connsiteY28" fmla="*/ 371167 h 386734"/>
                <a:gd name="connsiteX29" fmla="*/ 15567 w 475634"/>
                <a:gd name="connsiteY29" fmla="*/ 355600 h 386734"/>
                <a:gd name="connsiteX30" fmla="*/ 460067 w 475634"/>
                <a:gd name="connsiteY30" fmla="*/ 266700 h 386734"/>
                <a:gd name="connsiteX31" fmla="*/ 475634 w 475634"/>
                <a:gd name="connsiteY31" fmla="*/ 282267 h 386734"/>
                <a:gd name="connsiteX32" fmla="*/ 460067 w 475634"/>
                <a:gd name="connsiteY32" fmla="*/ 297834 h 386734"/>
                <a:gd name="connsiteX33" fmla="*/ 444500 w 475634"/>
                <a:gd name="connsiteY33" fmla="*/ 282267 h 386734"/>
                <a:gd name="connsiteX34" fmla="*/ 460067 w 475634"/>
                <a:gd name="connsiteY34" fmla="*/ 266700 h 386734"/>
                <a:gd name="connsiteX35" fmla="*/ 371167 w 475634"/>
                <a:gd name="connsiteY35" fmla="*/ 266700 h 386734"/>
                <a:gd name="connsiteX36" fmla="*/ 386734 w 475634"/>
                <a:gd name="connsiteY36" fmla="*/ 282267 h 386734"/>
                <a:gd name="connsiteX37" fmla="*/ 371167 w 475634"/>
                <a:gd name="connsiteY37" fmla="*/ 297834 h 386734"/>
                <a:gd name="connsiteX38" fmla="*/ 355600 w 475634"/>
                <a:gd name="connsiteY38" fmla="*/ 282267 h 386734"/>
                <a:gd name="connsiteX39" fmla="*/ 371167 w 475634"/>
                <a:gd name="connsiteY39" fmla="*/ 266700 h 386734"/>
                <a:gd name="connsiteX40" fmla="*/ 282267 w 475634"/>
                <a:gd name="connsiteY40" fmla="*/ 266700 h 386734"/>
                <a:gd name="connsiteX41" fmla="*/ 297834 w 475634"/>
                <a:gd name="connsiteY41" fmla="*/ 282267 h 386734"/>
                <a:gd name="connsiteX42" fmla="*/ 282267 w 475634"/>
                <a:gd name="connsiteY42" fmla="*/ 297834 h 386734"/>
                <a:gd name="connsiteX43" fmla="*/ 266700 w 475634"/>
                <a:gd name="connsiteY43" fmla="*/ 282267 h 386734"/>
                <a:gd name="connsiteX44" fmla="*/ 282267 w 475634"/>
                <a:gd name="connsiteY44" fmla="*/ 266700 h 386734"/>
                <a:gd name="connsiteX45" fmla="*/ 193367 w 475634"/>
                <a:gd name="connsiteY45" fmla="*/ 266700 h 386734"/>
                <a:gd name="connsiteX46" fmla="*/ 208934 w 475634"/>
                <a:gd name="connsiteY46" fmla="*/ 282267 h 386734"/>
                <a:gd name="connsiteX47" fmla="*/ 193367 w 475634"/>
                <a:gd name="connsiteY47" fmla="*/ 297834 h 386734"/>
                <a:gd name="connsiteX48" fmla="*/ 177800 w 475634"/>
                <a:gd name="connsiteY48" fmla="*/ 282267 h 386734"/>
                <a:gd name="connsiteX49" fmla="*/ 193367 w 475634"/>
                <a:gd name="connsiteY49" fmla="*/ 266700 h 386734"/>
                <a:gd name="connsiteX50" fmla="*/ 104467 w 475634"/>
                <a:gd name="connsiteY50" fmla="*/ 266700 h 386734"/>
                <a:gd name="connsiteX51" fmla="*/ 120034 w 475634"/>
                <a:gd name="connsiteY51" fmla="*/ 282267 h 386734"/>
                <a:gd name="connsiteX52" fmla="*/ 104467 w 475634"/>
                <a:gd name="connsiteY52" fmla="*/ 297834 h 386734"/>
                <a:gd name="connsiteX53" fmla="*/ 88900 w 475634"/>
                <a:gd name="connsiteY53" fmla="*/ 282267 h 386734"/>
                <a:gd name="connsiteX54" fmla="*/ 104467 w 475634"/>
                <a:gd name="connsiteY54" fmla="*/ 266700 h 386734"/>
                <a:gd name="connsiteX55" fmla="*/ 15567 w 475634"/>
                <a:gd name="connsiteY55" fmla="*/ 266700 h 386734"/>
                <a:gd name="connsiteX56" fmla="*/ 31134 w 475634"/>
                <a:gd name="connsiteY56" fmla="*/ 282267 h 386734"/>
                <a:gd name="connsiteX57" fmla="*/ 15567 w 475634"/>
                <a:gd name="connsiteY57" fmla="*/ 297834 h 386734"/>
                <a:gd name="connsiteX58" fmla="*/ 0 w 475634"/>
                <a:gd name="connsiteY58" fmla="*/ 282267 h 386734"/>
                <a:gd name="connsiteX59" fmla="*/ 15567 w 475634"/>
                <a:gd name="connsiteY59" fmla="*/ 266700 h 386734"/>
                <a:gd name="connsiteX60" fmla="*/ 460067 w 475634"/>
                <a:gd name="connsiteY60" fmla="*/ 177800 h 386734"/>
                <a:gd name="connsiteX61" fmla="*/ 475634 w 475634"/>
                <a:gd name="connsiteY61" fmla="*/ 193367 h 386734"/>
                <a:gd name="connsiteX62" fmla="*/ 460067 w 475634"/>
                <a:gd name="connsiteY62" fmla="*/ 208934 h 386734"/>
                <a:gd name="connsiteX63" fmla="*/ 444500 w 475634"/>
                <a:gd name="connsiteY63" fmla="*/ 193367 h 386734"/>
                <a:gd name="connsiteX64" fmla="*/ 460067 w 475634"/>
                <a:gd name="connsiteY64" fmla="*/ 177800 h 386734"/>
                <a:gd name="connsiteX65" fmla="*/ 371167 w 475634"/>
                <a:gd name="connsiteY65" fmla="*/ 177800 h 386734"/>
                <a:gd name="connsiteX66" fmla="*/ 386734 w 475634"/>
                <a:gd name="connsiteY66" fmla="*/ 193367 h 386734"/>
                <a:gd name="connsiteX67" fmla="*/ 371167 w 475634"/>
                <a:gd name="connsiteY67" fmla="*/ 208934 h 386734"/>
                <a:gd name="connsiteX68" fmla="*/ 355600 w 475634"/>
                <a:gd name="connsiteY68" fmla="*/ 193367 h 386734"/>
                <a:gd name="connsiteX69" fmla="*/ 371167 w 475634"/>
                <a:gd name="connsiteY69" fmla="*/ 177800 h 386734"/>
                <a:gd name="connsiteX70" fmla="*/ 282267 w 475634"/>
                <a:gd name="connsiteY70" fmla="*/ 177800 h 386734"/>
                <a:gd name="connsiteX71" fmla="*/ 297834 w 475634"/>
                <a:gd name="connsiteY71" fmla="*/ 193367 h 386734"/>
                <a:gd name="connsiteX72" fmla="*/ 282267 w 475634"/>
                <a:gd name="connsiteY72" fmla="*/ 208934 h 386734"/>
                <a:gd name="connsiteX73" fmla="*/ 266700 w 475634"/>
                <a:gd name="connsiteY73" fmla="*/ 193367 h 386734"/>
                <a:gd name="connsiteX74" fmla="*/ 282267 w 475634"/>
                <a:gd name="connsiteY74" fmla="*/ 177800 h 386734"/>
                <a:gd name="connsiteX75" fmla="*/ 193367 w 475634"/>
                <a:gd name="connsiteY75" fmla="*/ 177800 h 386734"/>
                <a:gd name="connsiteX76" fmla="*/ 208934 w 475634"/>
                <a:gd name="connsiteY76" fmla="*/ 193367 h 386734"/>
                <a:gd name="connsiteX77" fmla="*/ 193367 w 475634"/>
                <a:gd name="connsiteY77" fmla="*/ 208934 h 386734"/>
                <a:gd name="connsiteX78" fmla="*/ 177800 w 475634"/>
                <a:gd name="connsiteY78" fmla="*/ 193367 h 386734"/>
                <a:gd name="connsiteX79" fmla="*/ 193367 w 475634"/>
                <a:gd name="connsiteY79" fmla="*/ 177800 h 386734"/>
                <a:gd name="connsiteX80" fmla="*/ 104467 w 475634"/>
                <a:gd name="connsiteY80" fmla="*/ 177800 h 386734"/>
                <a:gd name="connsiteX81" fmla="*/ 120034 w 475634"/>
                <a:gd name="connsiteY81" fmla="*/ 193367 h 386734"/>
                <a:gd name="connsiteX82" fmla="*/ 104467 w 475634"/>
                <a:gd name="connsiteY82" fmla="*/ 208934 h 386734"/>
                <a:gd name="connsiteX83" fmla="*/ 88900 w 475634"/>
                <a:gd name="connsiteY83" fmla="*/ 193367 h 386734"/>
                <a:gd name="connsiteX84" fmla="*/ 104467 w 475634"/>
                <a:gd name="connsiteY84" fmla="*/ 177800 h 386734"/>
                <a:gd name="connsiteX85" fmla="*/ 15567 w 475634"/>
                <a:gd name="connsiteY85" fmla="*/ 177800 h 386734"/>
                <a:gd name="connsiteX86" fmla="*/ 31134 w 475634"/>
                <a:gd name="connsiteY86" fmla="*/ 193367 h 386734"/>
                <a:gd name="connsiteX87" fmla="*/ 15567 w 475634"/>
                <a:gd name="connsiteY87" fmla="*/ 208934 h 386734"/>
                <a:gd name="connsiteX88" fmla="*/ 0 w 475634"/>
                <a:gd name="connsiteY88" fmla="*/ 193367 h 386734"/>
                <a:gd name="connsiteX89" fmla="*/ 15567 w 475634"/>
                <a:gd name="connsiteY89" fmla="*/ 177800 h 386734"/>
                <a:gd name="connsiteX90" fmla="*/ 460067 w 475634"/>
                <a:gd name="connsiteY90" fmla="*/ 88900 h 386734"/>
                <a:gd name="connsiteX91" fmla="*/ 475634 w 475634"/>
                <a:gd name="connsiteY91" fmla="*/ 104467 h 386734"/>
                <a:gd name="connsiteX92" fmla="*/ 460067 w 475634"/>
                <a:gd name="connsiteY92" fmla="*/ 120034 h 386734"/>
                <a:gd name="connsiteX93" fmla="*/ 444500 w 475634"/>
                <a:gd name="connsiteY93" fmla="*/ 104467 h 386734"/>
                <a:gd name="connsiteX94" fmla="*/ 460067 w 475634"/>
                <a:gd name="connsiteY94" fmla="*/ 88900 h 386734"/>
                <a:gd name="connsiteX95" fmla="*/ 371167 w 475634"/>
                <a:gd name="connsiteY95" fmla="*/ 88900 h 386734"/>
                <a:gd name="connsiteX96" fmla="*/ 386734 w 475634"/>
                <a:gd name="connsiteY96" fmla="*/ 104467 h 386734"/>
                <a:gd name="connsiteX97" fmla="*/ 371167 w 475634"/>
                <a:gd name="connsiteY97" fmla="*/ 120034 h 386734"/>
                <a:gd name="connsiteX98" fmla="*/ 355600 w 475634"/>
                <a:gd name="connsiteY98" fmla="*/ 104467 h 386734"/>
                <a:gd name="connsiteX99" fmla="*/ 371167 w 475634"/>
                <a:gd name="connsiteY99" fmla="*/ 88900 h 386734"/>
                <a:gd name="connsiteX100" fmla="*/ 282267 w 475634"/>
                <a:gd name="connsiteY100" fmla="*/ 88900 h 386734"/>
                <a:gd name="connsiteX101" fmla="*/ 297834 w 475634"/>
                <a:gd name="connsiteY101" fmla="*/ 104467 h 386734"/>
                <a:gd name="connsiteX102" fmla="*/ 282267 w 475634"/>
                <a:gd name="connsiteY102" fmla="*/ 120034 h 386734"/>
                <a:gd name="connsiteX103" fmla="*/ 266700 w 475634"/>
                <a:gd name="connsiteY103" fmla="*/ 104467 h 386734"/>
                <a:gd name="connsiteX104" fmla="*/ 282267 w 475634"/>
                <a:gd name="connsiteY104" fmla="*/ 88900 h 386734"/>
                <a:gd name="connsiteX105" fmla="*/ 193367 w 475634"/>
                <a:gd name="connsiteY105" fmla="*/ 88900 h 386734"/>
                <a:gd name="connsiteX106" fmla="*/ 208934 w 475634"/>
                <a:gd name="connsiteY106" fmla="*/ 104467 h 386734"/>
                <a:gd name="connsiteX107" fmla="*/ 193367 w 475634"/>
                <a:gd name="connsiteY107" fmla="*/ 120034 h 386734"/>
                <a:gd name="connsiteX108" fmla="*/ 177800 w 475634"/>
                <a:gd name="connsiteY108" fmla="*/ 104467 h 386734"/>
                <a:gd name="connsiteX109" fmla="*/ 193367 w 475634"/>
                <a:gd name="connsiteY109" fmla="*/ 88900 h 386734"/>
                <a:gd name="connsiteX110" fmla="*/ 104467 w 475634"/>
                <a:gd name="connsiteY110" fmla="*/ 88900 h 386734"/>
                <a:gd name="connsiteX111" fmla="*/ 120034 w 475634"/>
                <a:gd name="connsiteY111" fmla="*/ 104467 h 386734"/>
                <a:gd name="connsiteX112" fmla="*/ 104467 w 475634"/>
                <a:gd name="connsiteY112" fmla="*/ 120034 h 386734"/>
                <a:gd name="connsiteX113" fmla="*/ 88900 w 475634"/>
                <a:gd name="connsiteY113" fmla="*/ 104467 h 386734"/>
                <a:gd name="connsiteX114" fmla="*/ 104467 w 475634"/>
                <a:gd name="connsiteY114" fmla="*/ 88900 h 386734"/>
                <a:gd name="connsiteX115" fmla="*/ 15567 w 475634"/>
                <a:gd name="connsiteY115" fmla="*/ 88900 h 386734"/>
                <a:gd name="connsiteX116" fmla="*/ 31134 w 475634"/>
                <a:gd name="connsiteY116" fmla="*/ 104467 h 386734"/>
                <a:gd name="connsiteX117" fmla="*/ 15567 w 475634"/>
                <a:gd name="connsiteY117" fmla="*/ 120034 h 386734"/>
                <a:gd name="connsiteX118" fmla="*/ 0 w 475634"/>
                <a:gd name="connsiteY118" fmla="*/ 104467 h 386734"/>
                <a:gd name="connsiteX119" fmla="*/ 15567 w 475634"/>
                <a:gd name="connsiteY119" fmla="*/ 88900 h 386734"/>
                <a:gd name="connsiteX120" fmla="*/ 460067 w 475634"/>
                <a:gd name="connsiteY120" fmla="*/ 0 h 386734"/>
                <a:gd name="connsiteX121" fmla="*/ 475634 w 475634"/>
                <a:gd name="connsiteY121" fmla="*/ 15567 h 386734"/>
                <a:gd name="connsiteX122" fmla="*/ 460067 w 475634"/>
                <a:gd name="connsiteY122" fmla="*/ 31134 h 386734"/>
                <a:gd name="connsiteX123" fmla="*/ 444500 w 475634"/>
                <a:gd name="connsiteY123" fmla="*/ 15567 h 386734"/>
                <a:gd name="connsiteX124" fmla="*/ 460067 w 475634"/>
                <a:gd name="connsiteY124" fmla="*/ 0 h 386734"/>
                <a:gd name="connsiteX125" fmla="*/ 371167 w 475634"/>
                <a:gd name="connsiteY125" fmla="*/ 0 h 386734"/>
                <a:gd name="connsiteX126" fmla="*/ 386734 w 475634"/>
                <a:gd name="connsiteY126" fmla="*/ 15567 h 386734"/>
                <a:gd name="connsiteX127" fmla="*/ 371167 w 475634"/>
                <a:gd name="connsiteY127" fmla="*/ 31134 h 386734"/>
                <a:gd name="connsiteX128" fmla="*/ 355600 w 475634"/>
                <a:gd name="connsiteY128" fmla="*/ 15567 h 386734"/>
                <a:gd name="connsiteX129" fmla="*/ 371167 w 475634"/>
                <a:gd name="connsiteY129" fmla="*/ 0 h 386734"/>
                <a:gd name="connsiteX130" fmla="*/ 282267 w 475634"/>
                <a:gd name="connsiteY130" fmla="*/ 0 h 386734"/>
                <a:gd name="connsiteX131" fmla="*/ 297834 w 475634"/>
                <a:gd name="connsiteY131" fmla="*/ 15567 h 386734"/>
                <a:gd name="connsiteX132" fmla="*/ 282267 w 475634"/>
                <a:gd name="connsiteY132" fmla="*/ 31134 h 386734"/>
                <a:gd name="connsiteX133" fmla="*/ 266700 w 475634"/>
                <a:gd name="connsiteY133" fmla="*/ 15567 h 386734"/>
                <a:gd name="connsiteX134" fmla="*/ 282267 w 475634"/>
                <a:gd name="connsiteY134" fmla="*/ 0 h 386734"/>
                <a:gd name="connsiteX135" fmla="*/ 193367 w 475634"/>
                <a:gd name="connsiteY135" fmla="*/ 0 h 386734"/>
                <a:gd name="connsiteX136" fmla="*/ 208934 w 475634"/>
                <a:gd name="connsiteY136" fmla="*/ 15567 h 386734"/>
                <a:gd name="connsiteX137" fmla="*/ 193367 w 475634"/>
                <a:gd name="connsiteY137" fmla="*/ 31134 h 386734"/>
                <a:gd name="connsiteX138" fmla="*/ 177800 w 475634"/>
                <a:gd name="connsiteY138" fmla="*/ 15567 h 386734"/>
                <a:gd name="connsiteX139" fmla="*/ 193367 w 475634"/>
                <a:gd name="connsiteY139" fmla="*/ 0 h 386734"/>
                <a:gd name="connsiteX140" fmla="*/ 104467 w 475634"/>
                <a:gd name="connsiteY140" fmla="*/ 0 h 386734"/>
                <a:gd name="connsiteX141" fmla="*/ 120034 w 475634"/>
                <a:gd name="connsiteY141" fmla="*/ 15567 h 386734"/>
                <a:gd name="connsiteX142" fmla="*/ 104467 w 475634"/>
                <a:gd name="connsiteY142" fmla="*/ 31134 h 386734"/>
                <a:gd name="connsiteX143" fmla="*/ 88900 w 475634"/>
                <a:gd name="connsiteY143" fmla="*/ 15567 h 386734"/>
                <a:gd name="connsiteX144" fmla="*/ 104467 w 475634"/>
                <a:gd name="connsiteY144" fmla="*/ 0 h 386734"/>
                <a:gd name="connsiteX145" fmla="*/ 15567 w 475634"/>
                <a:gd name="connsiteY145" fmla="*/ 0 h 386734"/>
                <a:gd name="connsiteX146" fmla="*/ 31134 w 475634"/>
                <a:gd name="connsiteY146" fmla="*/ 15567 h 386734"/>
                <a:gd name="connsiteX147" fmla="*/ 15567 w 475634"/>
                <a:gd name="connsiteY147" fmla="*/ 31134 h 386734"/>
                <a:gd name="connsiteX148" fmla="*/ 0 w 475634"/>
                <a:gd name="connsiteY148" fmla="*/ 15567 h 386734"/>
                <a:gd name="connsiteX149" fmla="*/ 15567 w 475634"/>
                <a:gd name="connsiteY149" fmla="*/ 0 h 38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475634" h="386734">
                  <a:moveTo>
                    <a:pt x="460067" y="355600"/>
                  </a:moveTo>
                  <a:cubicBezTo>
                    <a:pt x="468664" y="355600"/>
                    <a:pt x="475634" y="362570"/>
                    <a:pt x="475634" y="371167"/>
                  </a:cubicBezTo>
                  <a:cubicBezTo>
                    <a:pt x="475634" y="379764"/>
                    <a:pt x="468664" y="386734"/>
                    <a:pt x="460067" y="386734"/>
                  </a:cubicBezTo>
                  <a:cubicBezTo>
                    <a:pt x="451470" y="386734"/>
                    <a:pt x="444500" y="379764"/>
                    <a:pt x="444500" y="371167"/>
                  </a:cubicBezTo>
                  <a:cubicBezTo>
                    <a:pt x="444500" y="362570"/>
                    <a:pt x="451470" y="355600"/>
                    <a:pt x="460067" y="355600"/>
                  </a:cubicBezTo>
                  <a:close/>
                  <a:moveTo>
                    <a:pt x="371167" y="355600"/>
                  </a:moveTo>
                  <a:cubicBezTo>
                    <a:pt x="379764" y="355600"/>
                    <a:pt x="386734" y="362570"/>
                    <a:pt x="386734" y="371167"/>
                  </a:cubicBezTo>
                  <a:cubicBezTo>
                    <a:pt x="386734" y="379764"/>
                    <a:pt x="379764" y="386734"/>
                    <a:pt x="371167" y="386734"/>
                  </a:cubicBezTo>
                  <a:cubicBezTo>
                    <a:pt x="362570" y="386734"/>
                    <a:pt x="355600" y="379764"/>
                    <a:pt x="355600" y="371167"/>
                  </a:cubicBezTo>
                  <a:cubicBezTo>
                    <a:pt x="355600" y="362570"/>
                    <a:pt x="362570" y="355600"/>
                    <a:pt x="371167" y="355600"/>
                  </a:cubicBezTo>
                  <a:close/>
                  <a:moveTo>
                    <a:pt x="282267" y="355600"/>
                  </a:moveTo>
                  <a:cubicBezTo>
                    <a:pt x="290864" y="355600"/>
                    <a:pt x="297834" y="362570"/>
                    <a:pt x="297834" y="371167"/>
                  </a:cubicBezTo>
                  <a:cubicBezTo>
                    <a:pt x="297834" y="379764"/>
                    <a:pt x="290864" y="386734"/>
                    <a:pt x="282267" y="386734"/>
                  </a:cubicBezTo>
                  <a:cubicBezTo>
                    <a:pt x="273670" y="386734"/>
                    <a:pt x="266700" y="379764"/>
                    <a:pt x="266700" y="371167"/>
                  </a:cubicBezTo>
                  <a:cubicBezTo>
                    <a:pt x="266700" y="362570"/>
                    <a:pt x="273670" y="355600"/>
                    <a:pt x="282267" y="355600"/>
                  </a:cubicBezTo>
                  <a:close/>
                  <a:moveTo>
                    <a:pt x="193367" y="355600"/>
                  </a:moveTo>
                  <a:cubicBezTo>
                    <a:pt x="201964" y="355600"/>
                    <a:pt x="208934" y="362570"/>
                    <a:pt x="208934" y="371167"/>
                  </a:cubicBezTo>
                  <a:cubicBezTo>
                    <a:pt x="208934" y="379764"/>
                    <a:pt x="201964" y="386734"/>
                    <a:pt x="193367" y="386734"/>
                  </a:cubicBezTo>
                  <a:cubicBezTo>
                    <a:pt x="184770" y="386734"/>
                    <a:pt x="177800" y="379764"/>
                    <a:pt x="177800" y="371167"/>
                  </a:cubicBezTo>
                  <a:cubicBezTo>
                    <a:pt x="177800" y="362570"/>
                    <a:pt x="184770" y="355600"/>
                    <a:pt x="193367" y="355600"/>
                  </a:cubicBezTo>
                  <a:close/>
                  <a:moveTo>
                    <a:pt x="104467" y="355600"/>
                  </a:moveTo>
                  <a:cubicBezTo>
                    <a:pt x="113064" y="355600"/>
                    <a:pt x="120034" y="362570"/>
                    <a:pt x="120034" y="371167"/>
                  </a:cubicBezTo>
                  <a:cubicBezTo>
                    <a:pt x="120034" y="379764"/>
                    <a:pt x="113064" y="386734"/>
                    <a:pt x="104467" y="386734"/>
                  </a:cubicBezTo>
                  <a:cubicBezTo>
                    <a:pt x="95870" y="386734"/>
                    <a:pt x="88900" y="379764"/>
                    <a:pt x="88900" y="371167"/>
                  </a:cubicBezTo>
                  <a:cubicBezTo>
                    <a:pt x="88900" y="362570"/>
                    <a:pt x="95870" y="355600"/>
                    <a:pt x="104467" y="355600"/>
                  </a:cubicBezTo>
                  <a:close/>
                  <a:moveTo>
                    <a:pt x="15567" y="355600"/>
                  </a:moveTo>
                  <a:cubicBezTo>
                    <a:pt x="24164" y="355600"/>
                    <a:pt x="31134" y="362570"/>
                    <a:pt x="31134" y="371167"/>
                  </a:cubicBezTo>
                  <a:cubicBezTo>
                    <a:pt x="31134" y="379764"/>
                    <a:pt x="24164" y="386734"/>
                    <a:pt x="15567" y="386734"/>
                  </a:cubicBezTo>
                  <a:cubicBezTo>
                    <a:pt x="6970" y="386734"/>
                    <a:pt x="0" y="379764"/>
                    <a:pt x="0" y="371167"/>
                  </a:cubicBezTo>
                  <a:cubicBezTo>
                    <a:pt x="0" y="362570"/>
                    <a:pt x="6970" y="355600"/>
                    <a:pt x="15567" y="355600"/>
                  </a:cubicBezTo>
                  <a:close/>
                  <a:moveTo>
                    <a:pt x="460067" y="266700"/>
                  </a:moveTo>
                  <a:cubicBezTo>
                    <a:pt x="468664" y="266700"/>
                    <a:pt x="475634" y="273670"/>
                    <a:pt x="475634" y="282267"/>
                  </a:cubicBezTo>
                  <a:cubicBezTo>
                    <a:pt x="475634" y="290864"/>
                    <a:pt x="468664" y="297834"/>
                    <a:pt x="460067" y="297834"/>
                  </a:cubicBezTo>
                  <a:cubicBezTo>
                    <a:pt x="451470" y="297834"/>
                    <a:pt x="444500" y="290864"/>
                    <a:pt x="444500" y="282267"/>
                  </a:cubicBezTo>
                  <a:cubicBezTo>
                    <a:pt x="444500" y="273670"/>
                    <a:pt x="451470" y="266700"/>
                    <a:pt x="460067" y="266700"/>
                  </a:cubicBezTo>
                  <a:close/>
                  <a:moveTo>
                    <a:pt x="371167" y="266700"/>
                  </a:moveTo>
                  <a:cubicBezTo>
                    <a:pt x="379764" y="266700"/>
                    <a:pt x="386734" y="273670"/>
                    <a:pt x="386734" y="282267"/>
                  </a:cubicBezTo>
                  <a:cubicBezTo>
                    <a:pt x="386734" y="290864"/>
                    <a:pt x="379764" y="297834"/>
                    <a:pt x="371167" y="297834"/>
                  </a:cubicBezTo>
                  <a:cubicBezTo>
                    <a:pt x="362570" y="297834"/>
                    <a:pt x="355600" y="290864"/>
                    <a:pt x="355600" y="282267"/>
                  </a:cubicBezTo>
                  <a:cubicBezTo>
                    <a:pt x="355600" y="273670"/>
                    <a:pt x="362570" y="266700"/>
                    <a:pt x="371167" y="266700"/>
                  </a:cubicBezTo>
                  <a:close/>
                  <a:moveTo>
                    <a:pt x="282267" y="266700"/>
                  </a:moveTo>
                  <a:cubicBezTo>
                    <a:pt x="290864" y="266700"/>
                    <a:pt x="297834" y="273670"/>
                    <a:pt x="297834" y="282267"/>
                  </a:cubicBezTo>
                  <a:cubicBezTo>
                    <a:pt x="297834" y="290864"/>
                    <a:pt x="290864" y="297834"/>
                    <a:pt x="282267" y="297834"/>
                  </a:cubicBezTo>
                  <a:cubicBezTo>
                    <a:pt x="273670" y="297834"/>
                    <a:pt x="266700" y="290864"/>
                    <a:pt x="266700" y="282267"/>
                  </a:cubicBezTo>
                  <a:cubicBezTo>
                    <a:pt x="266700" y="273670"/>
                    <a:pt x="273670" y="266700"/>
                    <a:pt x="282267" y="266700"/>
                  </a:cubicBezTo>
                  <a:close/>
                  <a:moveTo>
                    <a:pt x="193367" y="266700"/>
                  </a:moveTo>
                  <a:cubicBezTo>
                    <a:pt x="201964" y="266700"/>
                    <a:pt x="208934" y="273670"/>
                    <a:pt x="208934" y="282267"/>
                  </a:cubicBezTo>
                  <a:cubicBezTo>
                    <a:pt x="208934" y="290864"/>
                    <a:pt x="201964" y="297834"/>
                    <a:pt x="193367" y="297834"/>
                  </a:cubicBezTo>
                  <a:cubicBezTo>
                    <a:pt x="184770" y="297834"/>
                    <a:pt x="177800" y="290864"/>
                    <a:pt x="177800" y="282267"/>
                  </a:cubicBezTo>
                  <a:cubicBezTo>
                    <a:pt x="177800" y="273670"/>
                    <a:pt x="184770" y="266700"/>
                    <a:pt x="193367" y="266700"/>
                  </a:cubicBezTo>
                  <a:close/>
                  <a:moveTo>
                    <a:pt x="104467" y="266700"/>
                  </a:moveTo>
                  <a:cubicBezTo>
                    <a:pt x="113064" y="266700"/>
                    <a:pt x="120034" y="273670"/>
                    <a:pt x="120034" y="282267"/>
                  </a:cubicBezTo>
                  <a:cubicBezTo>
                    <a:pt x="120034" y="290864"/>
                    <a:pt x="113064" y="297834"/>
                    <a:pt x="104467" y="297834"/>
                  </a:cubicBezTo>
                  <a:cubicBezTo>
                    <a:pt x="95870" y="297834"/>
                    <a:pt x="88900" y="290864"/>
                    <a:pt x="88900" y="282267"/>
                  </a:cubicBezTo>
                  <a:cubicBezTo>
                    <a:pt x="88900" y="273670"/>
                    <a:pt x="95870" y="266700"/>
                    <a:pt x="104467" y="266700"/>
                  </a:cubicBezTo>
                  <a:close/>
                  <a:moveTo>
                    <a:pt x="15567" y="266700"/>
                  </a:moveTo>
                  <a:cubicBezTo>
                    <a:pt x="24164" y="266700"/>
                    <a:pt x="31134" y="273670"/>
                    <a:pt x="31134" y="282267"/>
                  </a:cubicBezTo>
                  <a:cubicBezTo>
                    <a:pt x="31134" y="290864"/>
                    <a:pt x="24164" y="297834"/>
                    <a:pt x="15567" y="297834"/>
                  </a:cubicBezTo>
                  <a:cubicBezTo>
                    <a:pt x="6970" y="297834"/>
                    <a:pt x="0" y="290864"/>
                    <a:pt x="0" y="282267"/>
                  </a:cubicBezTo>
                  <a:cubicBezTo>
                    <a:pt x="0" y="273670"/>
                    <a:pt x="6970" y="266700"/>
                    <a:pt x="15567" y="266700"/>
                  </a:cubicBezTo>
                  <a:close/>
                  <a:moveTo>
                    <a:pt x="460067" y="177800"/>
                  </a:moveTo>
                  <a:cubicBezTo>
                    <a:pt x="468664" y="177800"/>
                    <a:pt x="475634" y="184770"/>
                    <a:pt x="475634" y="193367"/>
                  </a:cubicBezTo>
                  <a:cubicBezTo>
                    <a:pt x="475634" y="201964"/>
                    <a:pt x="468664" y="208934"/>
                    <a:pt x="460067" y="208934"/>
                  </a:cubicBezTo>
                  <a:cubicBezTo>
                    <a:pt x="451470" y="208934"/>
                    <a:pt x="444500" y="201964"/>
                    <a:pt x="444500" y="193367"/>
                  </a:cubicBezTo>
                  <a:cubicBezTo>
                    <a:pt x="444500" y="184770"/>
                    <a:pt x="451470" y="177800"/>
                    <a:pt x="460067" y="177800"/>
                  </a:cubicBezTo>
                  <a:close/>
                  <a:moveTo>
                    <a:pt x="371167" y="177800"/>
                  </a:moveTo>
                  <a:cubicBezTo>
                    <a:pt x="379764" y="177800"/>
                    <a:pt x="386734" y="184770"/>
                    <a:pt x="386734" y="193367"/>
                  </a:cubicBezTo>
                  <a:cubicBezTo>
                    <a:pt x="386734" y="201964"/>
                    <a:pt x="379764" y="208934"/>
                    <a:pt x="371167" y="208934"/>
                  </a:cubicBezTo>
                  <a:cubicBezTo>
                    <a:pt x="362570" y="208934"/>
                    <a:pt x="355600" y="201964"/>
                    <a:pt x="355600" y="193367"/>
                  </a:cubicBezTo>
                  <a:cubicBezTo>
                    <a:pt x="355600" y="184770"/>
                    <a:pt x="362570" y="177800"/>
                    <a:pt x="371167" y="177800"/>
                  </a:cubicBezTo>
                  <a:close/>
                  <a:moveTo>
                    <a:pt x="282267" y="177800"/>
                  </a:moveTo>
                  <a:cubicBezTo>
                    <a:pt x="290864" y="177800"/>
                    <a:pt x="297834" y="184770"/>
                    <a:pt x="297834" y="193367"/>
                  </a:cubicBezTo>
                  <a:cubicBezTo>
                    <a:pt x="297834" y="201964"/>
                    <a:pt x="290864" y="208934"/>
                    <a:pt x="282267" y="208934"/>
                  </a:cubicBezTo>
                  <a:cubicBezTo>
                    <a:pt x="273670" y="208934"/>
                    <a:pt x="266700" y="201964"/>
                    <a:pt x="266700" y="193367"/>
                  </a:cubicBezTo>
                  <a:cubicBezTo>
                    <a:pt x="266700" y="184770"/>
                    <a:pt x="273670" y="177800"/>
                    <a:pt x="282267" y="177800"/>
                  </a:cubicBezTo>
                  <a:close/>
                  <a:moveTo>
                    <a:pt x="193367" y="177800"/>
                  </a:moveTo>
                  <a:cubicBezTo>
                    <a:pt x="201964" y="177800"/>
                    <a:pt x="208934" y="184770"/>
                    <a:pt x="208934" y="193367"/>
                  </a:cubicBezTo>
                  <a:cubicBezTo>
                    <a:pt x="208934" y="201964"/>
                    <a:pt x="201964" y="208934"/>
                    <a:pt x="193367" y="208934"/>
                  </a:cubicBezTo>
                  <a:cubicBezTo>
                    <a:pt x="184770" y="208934"/>
                    <a:pt x="177800" y="201964"/>
                    <a:pt x="177800" y="193367"/>
                  </a:cubicBezTo>
                  <a:cubicBezTo>
                    <a:pt x="177800" y="184770"/>
                    <a:pt x="184770" y="177800"/>
                    <a:pt x="193367" y="177800"/>
                  </a:cubicBezTo>
                  <a:close/>
                  <a:moveTo>
                    <a:pt x="104467" y="177800"/>
                  </a:moveTo>
                  <a:cubicBezTo>
                    <a:pt x="113064" y="177800"/>
                    <a:pt x="120034" y="184770"/>
                    <a:pt x="120034" y="193367"/>
                  </a:cubicBezTo>
                  <a:cubicBezTo>
                    <a:pt x="120034" y="201964"/>
                    <a:pt x="113064" y="208934"/>
                    <a:pt x="104467" y="208934"/>
                  </a:cubicBezTo>
                  <a:cubicBezTo>
                    <a:pt x="95870" y="208934"/>
                    <a:pt x="88900" y="201964"/>
                    <a:pt x="88900" y="193367"/>
                  </a:cubicBezTo>
                  <a:cubicBezTo>
                    <a:pt x="88900" y="184770"/>
                    <a:pt x="95870" y="177800"/>
                    <a:pt x="104467" y="177800"/>
                  </a:cubicBezTo>
                  <a:close/>
                  <a:moveTo>
                    <a:pt x="15567" y="177800"/>
                  </a:moveTo>
                  <a:cubicBezTo>
                    <a:pt x="24164" y="177800"/>
                    <a:pt x="31134" y="184770"/>
                    <a:pt x="31134" y="193367"/>
                  </a:cubicBezTo>
                  <a:cubicBezTo>
                    <a:pt x="31134" y="201964"/>
                    <a:pt x="24164" y="208934"/>
                    <a:pt x="15567" y="208934"/>
                  </a:cubicBezTo>
                  <a:cubicBezTo>
                    <a:pt x="6970" y="208934"/>
                    <a:pt x="0" y="201964"/>
                    <a:pt x="0" y="193367"/>
                  </a:cubicBezTo>
                  <a:cubicBezTo>
                    <a:pt x="0" y="184770"/>
                    <a:pt x="6970" y="177800"/>
                    <a:pt x="15567" y="177800"/>
                  </a:cubicBezTo>
                  <a:close/>
                  <a:moveTo>
                    <a:pt x="460067" y="88900"/>
                  </a:moveTo>
                  <a:cubicBezTo>
                    <a:pt x="468664" y="88900"/>
                    <a:pt x="475634" y="95870"/>
                    <a:pt x="475634" y="104467"/>
                  </a:cubicBezTo>
                  <a:cubicBezTo>
                    <a:pt x="475634" y="113064"/>
                    <a:pt x="468664" y="120034"/>
                    <a:pt x="460067" y="120034"/>
                  </a:cubicBezTo>
                  <a:cubicBezTo>
                    <a:pt x="451470" y="120034"/>
                    <a:pt x="444500" y="113064"/>
                    <a:pt x="444500" y="104467"/>
                  </a:cubicBezTo>
                  <a:cubicBezTo>
                    <a:pt x="444500" y="95870"/>
                    <a:pt x="451470" y="88900"/>
                    <a:pt x="460067" y="88900"/>
                  </a:cubicBezTo>
                  <a:close/>
                  <a:moveTo>
                    <a:pt x="371167" y="88900"/>
                  </a:moveTo>
                  <a:cubicBezTo>
                    <a:pt x="379764" y="88900"/>
                    <a:pt x="386734" y="95870"/>
                    <a:pt x="386734" y="104467"/>
                  </a:cubicBezTo>
                  <a:cubicBezTo>
                    <a:pt x="386734" y="113064"/>
                    <a:pt x="379764" y="120034"/>
                    <a:pt x="371167" y="120034"/>
                  </a:cubicBezTo>
                  <a:cubicBezTo>
                    <a:pt x="362570" y="120034"/>
                    <a:pt x="355600" y="113064"/>
                    <a:pt x="355600" y="104467"/>
                  </a:cubicBezTo>
                  <a:cubicBezTo>
                    <a:pt x="355600" y="95870"/>
                    <a:pt x="362570" y="88900"/>
                    <a:pt x="371167" y="88900"/>
                  </a:cubicBezTo>
                  <a:close/>
                  <a:moveTo>
                    <a:pt x="282267" y="88900"/>
                  </a:moveTo>
                  <a:cubicBezTo>
                    <a:pt x="290864" y="88900"/>
                    <a:pt x="297834" y="95870"/>
                    <a:pt x="297834" y="104467"/>
                  </a:cubicBezTo>
                  <a:cubicBezTo>
                    <a:pt x="297834" y="113064"/>
                    <a:pt x="290864" y="120034"/>
                    <a:pt x="282267" y="120034"/>
                  </a:cubicBezTo>
                  <a:cubicBezTo>
                    <a:pt x="273670" y="120034"/>
                    <a:pt x="266700" y="113064"/>
                    <a:pt x="266700" y="104467"/>
                  </a:cubicBezTo>
                  <a:cubicBezTo>
                    <a:pt x="266700" y="95870"/>
                    <a:pt x="273670" y="88900"/>
                    <a:pt x="282267" y="88900"/>
                  </a:cubicBezTo>
                  <a:close/>
                  <a:moveTo>
                    <a:pt x="193367" y="88900"/>
                  </a:moveTo>
                  <a:cubicBezTo>
                    <a:pt x="201964" y="88900"/>
                    <a:pt x="208934" y="95870"/>
                    <a:pt x="208934" y="104467"/>
                  </a:cubicBezTo>
                  <a:cubicBezTo>
                    <a:pt x="208934" y="113064"/>
                    <a:pt x="201964" y="120034"/>
                    <a:pt x="193367" y="120034"/>
                  </a:cubicBezTo>
                  <a:cubicBezTo>
                    <a:pt x="184770" y="120034"/>
                    <a:pt x="177800" y="113064"/>
                    <a:pt x="177800" y="104467"/>
                  </a:cubicBezTo>
                  <a:cubicBezTo>
                    <a:pt x="177800" y="95870"/>
                    <a:pt x="184770" y="88900"/>
                    <a:pt x="193367" y="88900"/>
                  </a:cubicBezTo>
                  <a:close/>
                  <a:moveTo>
                    <a:pt x="104467" y="88900"/>
                  </a:moveTo>
                  <a:cubicBezTo>
                    <a:pt x="113064" y="88900"/>
                    <a:pt x="120034" y="95870"/>
                    <a:pt x="120034" y="104467"/>
                  </a:cubicBezTo>
                  <a:cubicBezTo>
                    <a:pt x="120034" y="113064"/>
                    <a:pt x="113064" y="120034"/>
                    <a:pt x="104467" y="120034"/>
                  </a:cubicBezTo>
                  <a:cubicBezTo>
                    <a:pt x="95870" y="120034"/>
                    <a:pt x="88900" y="113064"/>
                    <a:pt x="88900" y="104467"/>
                  </a:cubicBezTo>
                  <a:cubicBezTo>
                    <a:pt x="88900" y="95870"/>
                    <a:pt x="95870" y="88900"/>
                    <a:pt x="104467" y="88900"/>
                  </a:cubicBezTo>
                  <a:close/>
                  <a:moveTo>
                    <a:pt x="15567" y="88900"/>
                  </a:moveTo>
                  <a:cubicBezTo>
                    <a:pt x="24164" y="88900"/>
                    <a:pt x="31134" y="95870"/>
                    <a:pt x="31134" y="104467"/>
                  </a:cubicBezTo>
                  <a:cubicBezTo>
                    <a:pt x="31134" y="113064"/>
                    <a:pt x="24164" y="120034"/>
                    <a:pt x="15567" y="120034"/>
                  </a:cubicBezTo>
                  <a:cubicBezTo>
                    <a:pt x="6970" y="120034"/>
                    <a:pt x="0" y="113064"/>
                    <a:pt x="0" y="104467"/>
                  </a:cubicBezTo>
                  <a:cubicBezTo>
                    <a:pt x="0" y="95870"/>
                    <a:pt x="6970" y="88900"/>
                    <a:pt x="15567" y="88900"/>
                  </a:cubicBezTo>
                  <a:close/>
                  <a:moveTo>
                    <a:pt x="460067" y="0"/>
                  </a:moveTo>
                  <a:cubicBezTo>
                    <a:pt x="468664" y="0"/>
                    <a:pt x="475634" y="6970"/>
                    <a:pt x="475634" y="15567"/>
                  </a:cubicBezTo>
                  <a:cubicBezTo>
                    <a:pt x="475634" y="24164"/>
                    <a:pt x="468664" y="31134"/>
                    <a:pt x="460067" y="31134"/>
                  </a:cubicBezTo>
                  <a:cubicBezTo>
                    <a:pt x="451470" y="31134"/>
                    <a:pt x="444500" y="24164"/>
                    <a:pt x="444500" y="15567"/>
                  </a:cubicBezTo>
                  <a:cubicBezTo>
                    <a:pt x="444500" y="6970"/>
                    <a:pt x="451470" y="0"/>
                    <a:pt x="460067" y="0"/>
                  </a:cubicBezTo>
                  <a:close/>
                  <a:moveTo>
                    <a:pt x="371167" y="0"/>
                  </a:moveTo>
                  <a:cubicBezTo>
                    <a:pt x="379764" y="0"/>
                    <a:pt x="386734" y="6970"/>
                    <a:pt x="386734" y="15567"/>
                  </a:cubicBezTo>
                  <a:cubicBezTo>
                    <a:pt x="386734" y="24164"/>
                    <a:pt x="379764" y="31134"/>
                    <a:pt x="371167" y="31134"/>
                  </a:cubicBezTo>
                  <a:cubicBezTo>
                    <a:pt x="362570" y="31134"/>
                    <a:pt x="355600" y="24164"/>
                    <a:pt x="355600" y="15567"/>
                  </a:cubicBezTo>
                  <a:cubicBezTo>
                    <a:pt x="355600" y="6970"/>
                    <a:pt x="362570" y="0"/>
                    <a:pt x="371167" y="0"/>
                  </a:cubicBezTo>
                  <a:close/>
                  <a:moveTo>
                    <a:pt x="282267" y="0"/>
                  </a:moveTo>
                  <a:cubicBezTo>
                    <a:pt x="290864" y="0"/>
                    <a:pt x="297834" y="6970"/>
                    <a:pt x="297834" y="15567"/>
                  </a:cubicBezTo>
                  <a:cubicBezTo>
                    <a:pt x="297834" y="24164"/>
                    <a:pt x="290864" y="31134"/>
                    <a:pt x="282267" y="31134"/>
                  </a:cubicBezTo>
                  <a:cubicBezTo>
                    <a:pt x="273670" y="31134"/>
                    <a:pt x="266700" y="24164"/>
                    <a:pt x="266700" y="15567"/>
                  </a:cubicBezTo>
                  <a:cubicBezTo>
                    <a:pt x="266700" y="6970"/>
                    <a:pt x="273670" y="0"/>
                    <a:pt x="282267" y="0"/>
                  </a:cubicBezTo>
                  <a:close/>
                  <a:moveTo>
                    <a:pt x="193367" y="0"/>
                  </a:moveTo>
                  <a:cubicBezTo>
                    <a:pt x="201964" y="0"/>
                    <a:pt x="208934" y="6970"/>
                    <a:pt x="208934" y="15567"/>
                  </a:cubicBezTo>
                  <a:cubicBezTo>
                    <a:pt x="208934" y="24164"/>
                    <a:pt x="201964" y="31134"/>
                    <a:pt x="193367" y="31134"/>
                  </a:cubicBezTo>
                  <a:cubicBezTo>
                    <a:pt x="184770" y="31134"/>
                    <a:pt x="177800" y="24164"/>
                    <a:pt x="177800" y="15567"/>
                  </a:cubicBezTo>
                  <a:cubicBezTo>
                    <a:pt x="177800" y="6970"/>
                    <a:pt x="184770" y="0"/>
                    <a:pt x="193367" y="0"/>
                  </a:cubicBezTo>
                  <a:close/>
                  <a:moveTo>
                    <a:pt x="104467" y="0"/>
                  </a:moveTo>
                  <a:cubicBezTo>
                    <a:pt x="113064" y="0"/>
                    <a:pt x="120034" y="6970"/>
                    <a:pt x="120034" y="15567"/>
                  </a:cubicBezTo>
                  <a:cubicBezTo>
                    <a:pt x="120034" y="24164"/>
                    <a:pt x="113064" y="31134"/>
                    <a:pt x="104467" y="31134"/>
                  </a:cubicBezTo>
                  <a:cubicBezTo>
                    <a:pt x="95870" y="31134"/>
                    <a:pt x="88900" y="24164"/>
                    <a:pt x="88900" y="15567"/>
                  </a:cubicBezTo>
                  <a:cubicBezTo>
                    <a:pt x="88900" y="6970"/>
                    <a:pt x="95870" y="0"/>
                    <a:pt x="104467" y="0"/>
                  </a:cubicBezTo>
                  <a:close/>
                  <a:moveTo>
                    <a:pt x="15567" y="0"/>
                  </a:moveTo>
                  <a:cubicBezTo>
                    <a:pt x="24164" y="0"/>
                    <a:pt x="31134" y="6970"/>
                    <a:pt x="31134" y="15567"/>
                  </a:cubicBezTo>
                  <a:cubicBezTo>
                    <a:pt x="31134" y="24164"/>
                    <a:pt x="24164" y="31134"/>
                    <a:pt x="15567" y="31134"/>
                  </a:cubicBezTo>
                  <a:cubicBezTo>
                    <a:pt x="6970" y="31134"/>
                    <a:pt x="0" y="24164"/>
                    <a:pt x="0" y="15567"/>
                  </a:cubicBezTo>
                  <a:cubicBezTo>
                    <a:pt x="0" y="6970"/>
                    <a:pt x="6970" y="0"/>
                    <a:pt x="15567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92000"/>
                  </a:schemeClr>
                </a:gs>
                <a:gs pos="65000">
                  <a:schemeClr val="bg1">
                    <a:alpha val="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pic>
        <p:nvPicPr>
          <p:cNvPr id="78" name="그림 7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3" y="6415135"/>
            <a:ext cx="2957137" cy="24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4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bg>
      <p:bgPr>
        <a:gradFill>
          <a:gsLst>
            <a:gs pos="0">
              <a:srgbClr val="5DCB8A"/>
            </a:gs>
            <a:gs pos="100000">
              <a:srgbClr val="418CFF">
                <a:alpha val="55686"/>
              </a:srgbClr>
            </a:gs>
          </a:gsLst>
          <a:lin ang="12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430303"/>
            <a:ext cx="9906000" cy="4456176"/>
          </a:xfrm>
          <a:prstGeom prst="rect">
            <a:avLst/>
          </a:prstGeom>
        </p:spPr>
      </p:pic>
      <p:grpSp>
        <p:nvGrpSpPr>
          <p:cNvPr id="21" name="Group 17">
            <a:extLst>
              <a:ext uri="{FF2B5EF4-FFF2-40B4-BE49-F238E27FC236}">
                <a16:creationId xmlns:a16="http://schemas.microsoft.com/office/drawing/2014/main" id="{81D4FC1A-0FE3-301C-65A6-F47598D1FBBA}"/>
              </a:ext>
            </a:extLst>
          </p:cNvPr>
          <p:cNvGrpSpPr/>
          <p:nvPr userDrawn="1"/>
        </p:nvGrpSpPr>
        <p:grpSpPr>
          <a:xfrm>
            <a:off x="4333208" y="6223299"/>
            <a:ext cx="1239585" cy="710410"/>
            <a:chOff x="4727707" y="6299008"/>
            <a:chExt cx="1239585" cy="710410"/>
          </a:xfrm>
        </p:grpSpPr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7CC9FFD8-FD13-A7DE-3E1E-5DBB8FC84E8A}"/>
                </a:ext>
              </a:extLst>
            </p:cNvPr>
            <p:cNvSpPr/>
            <p:nvPr/>
          </p:nvSpPr>
          <p:spPr>
            <a:xfrm rot="5400000">
              <a:off x="4661315" y="6365400"/>
              <a:ext cx="710410" cy="577626"/>
            </a:xfrm>
            <a:custGeom>
              <a:avLst/>
              <a:gdLst>
                <a:gd name="connsiteX0" fmla="*/ 460067 w 475634"/>
                <a:gd name="connsiteY0" fmla="*/ 355600 h 386734"/>
                <a:gd name="connsiteX1" fmla="*/ 475634 w 475634"/>
                <a:gd name="connsiteY1" fmla="*/ 371167 h 386734"/>
                <a:gd name="connsiteX2" fmla="*/ 460067 w 475634"/>
                <a:gd name="connsiteY2" fmla="*/ 386734 h 386734"/>
                <a:gd name="connsiteX3" fmla="*/ 444500 w 475634"/>
                <a:gd name="connsiteY3" fmla="*/ 371167 h 386734"/>
                <a:gd name="connsiteX4" fmla="*/ 460067 w 475634"/>
                <a:gd name="connsiteY4" fmla="*/ 355600 h 386734"/>
                <a:gd name="connsiteX5" fmla="*/ 371167 w 475634"/>
                <a:gd name="connsiteY5" fmla="*/ 355600 h 386734"/>
                <a:gd name="connsiteX6" fmla="*/ 386734 w 475634"/>
                <a:gd name="connsiteY6" fmla="*/ 371167 h 386734"/>
                <a:gd name="connsiteX7" fmla="*/ 371167 w 475634"/>
                <a:gd name="connsiteY7" fmla="*/ 386734 h 386734"/>
                <a:gd name="connsiteX8" fmla="*/ 355600 w 475634"/>
                <a:gd name="connsiteY8" fmla="*/ 371167 h 386734"/>
                <a:gd name="connsiteX9" fmla="*/ 371167 w 475634"/>
                <a:gd name="connsiteY9" fmla="*/ 355600 h 386734"/>
                <a:gd name="connsiteX10" fmla="*/ 282267 w 475634"/>
                <a:gd name="connsiteY10" fmla="*/ 355600 h 386734"/>
                <a:gd name="connsiteX11" fmla="*/ 297834 w 475634"/>
                <a:gd name="connsiteY11" fmla="*/ 371167 h 386734"/>
                <a:gd name="connsiteX12" fmla="*/ 282267 w 475634"/>
                <a:gd name="connsiteY12" fmla="*/ 386734 h 386734"/>
                <a:gd name="connsiteX13" fmla="*/ 266700 w 475634"/>
                <a:gd name="connsiteY13" fmla="*/ 371167 h 386734"/>
                <a:gd name="connsiteX14" fmla="*/ 282267 w 475634"/>
                <a:gd name="connsiteY14" fmla="*/ 355600 h 386734"/>
                <a:gd name="connsiteX15" fmla="*/ 193367 w 475634"/>
                <a:gd name="connsiteY15" fmla="*/ 355600 h 386734"/>
                <a:gd name="connsiteX16" fmla="*/ 208934 w 475634"/>
                <a:gd name="connsiteY16" fmla="*/ 371167 h 386734"/>
                <a:gd name="connsiteX17" fmla="*/ 193367 w 475634"/>
                <a:gd name="connsiteY17" fmla="*/ 386734 h 386734"/>
                <a:gd name="connsiteX18" fmla="*/ 177800 w 475634"/>
                <a:gd name="connsiteY18" fmla="*/ 371167 h 386734"/>
                <a:gd name="connsiteX19" fmla="*/ 193367 w 475634"/>
                <a:gd name="connsiteY19" fmla="*/ 355600 h 386734"/>
                <a:gd name="connsiteX20" fmla="*/ 104467 w 475634"/>
                <a:gd name="connsiteY20" fmla="*/ 355600 h 386734"/>
                <a:gd name="connsiteX21" fmla="*/ 120034 w 475634"/>
                <a:gd name="connsiteY21" fmla="*/ 371167 h 386734"/>
                <a:gd name="connsiteX22" fmla="*/ 104467 w 475634"/>
                <a:gd name="connsiteY22" fmla="*/ 386734 h 386734"/>
                <a:gd name="connsiteX23" fmla="*/ 88900 w 475634"/>
                <a:gd name="connsiteY23" fmla="*/ 371167 h 386734"/>
                <a:gd name="connsiteX24" fmla="*/ 104467 w 475634"/>
                <a:gd name="connsiteY24" fmla="*/ 355600 h 386734"/>
                <a:gd name="connsiteX25" fmla="*/ 15567 w 475634"/>
                <a:gd name="connsiteY25" fmla="*/ 355600 h 386734"/>
                <a:gd name="connsiteX26" fmla="*/ 31134 w 475634"/>
                <a:gd name="connsiteY26" fmla="*/ 371167 h 386734"/>
                <a:gd name="connsiteX27" fmla="*/ 15567 w 475634"/>
                <a:gd name="connsiteY27" fmla="*/ 386734 h 386734"/>
                <a:gd name="connsiteX28" fmla="*/ 0 w 475634"/>
                <a:gd name="connsiteY28" fmla="*/ 371167 h 386734"/>
                <a:gd name="connsiteX29" fmla="*/ 15567 w 475634"/>
                <a:gd name="connsiteY29" fmla="*/ 355600 h 386734"/>
                <a:gd name="connsiteX30" fmla="*/ 460067 w 475634"/>
                <a:gd name="connsiteY30" fmla="*/ 266700 h 386734"/>
                <a:gd name="connsiteX31" fmla="*/ 475634 w 475634"/>
                <a:gd name="connsiteY31" fmla="*/ 282267 h 386734"/>
                <a:gd name="connsiteX32" fmla="*/ 460067 w 475634"/>
                <a:gd name="connsiteY32" fmla="*/ 297834 h 386734"/>
                <a:gd name="connsiteX33" fmla="*/ 444500 w 475634"/>
                <a:gd name="connsiteY33" fmla="*/ 282267 h 386734"/>
                <a:gd name="connsiteX34" fmla="*/ 460067 w 475634"/>
                <a:gd name="connsiteY34" fmla="*/ 266700 h 386734"/>
                <a:gd name="connsiteX35" fmla="*/ 371167 w 475634"/>
                <a:gd name="connsiteY35" fmla="*/ 266700 h 386734"/>
                <a:gd name="connsiteX36" fmla="*/ 386734 w 475634"/>
                <a:gd name="connsiteY36" fmla="*/ 282267 h 386734"/>
                <a:gd name="connsiteX37" fmla="*/ 371167 w 475634"/>
                <a:gd name="connsiteY37" fmla="*/ 297834 h 386734"/>
                <a:gd name="connsiteX38" fmla="*/ 355600 w 475634"/>
                <a:gd name="connsiteY38" fmla="*/ 282267 h 386734"/>
                <a:gd name="connsiteX39" fmla="*/ 371167 w 475634"/>
                <a:gd name="connsiteY39" fmla="*/ 266700 h 386734"/>
                <a:gd name="connsiteX40" fmla="*/ 282267 w 475634"/>
                <a:gd name="connsiteY40" fmla="*/ 266700 h 386734"/>
                <a:gd name="connsiteX41" fmla="*/ 297834 w 475634"/>
                <a:gd name="connsiteY41" fmla="*/ 282267 h 386734"/>
                <a:gd name="connsiteX42" fmla="*/ 282267 w 475634"/>
                <a:gd name="connsiteY42" fmla="*/ 297834 h 386734"/>
                <a:gd name="connsiteX43" fmla="*/ 266700 w 475634"/>
                <a:gd name="connsiteY43" fmla="*/ 282267 h 386734"/>
                <a:gd name="connsiteX44" fmla="*/ 282267 w 475634"/>
                <a:gd name="connsiteY44" fmla="*/ 266700 h 386734"/>
                <a:gd name="connsiteX45" fmla="*/ 193367 w 475634"/>
                <a:gd name="connsiteY45" fmla="*/ 266700 h 386734"/>
                <a:gd name="connsiteX46" fmla="*/ 208934 w 475634"/>
                <a:gd name="connsiteY46" fmla="*/ 282267 h 386734"/>
                <a:gd name="connsiteX47" fmla="*/ 193367 w 475634"/>
                <a:gd name="connsiteY47" fmla="*/ 297834 h 386734"/>
                <a:gd name="connsiteX48" fmla="*/ 177800 w 475634"/>
                <a:gd name="connsiteY48" fmla="*/ 282267 h 386734"/>
                <a:gd name="connsiteX49" fmla="*/ 193367 w 475634"/>
                <a:gd name="connsiteY49" fmla="*/ 266700 h 386734"/>
                <a:gd name="connsiteX50" fmla="*/ 104467 w 475634"/>
                <a:gd name="connsiteY50" fmla="*/ 266700 h 386734"/>
                <a:gd name="connsiteX51" fmla="*/ 120034 w 475634"/>
                <a:gd name="connsiteY51" fmla="*/ 282267 h 386734"/>
                <a:gd name="connsiteX52" fmla="*/ 104467 w 475634"/>
                <a:gd name="connsiteY52" fmla="*/ 297834 h 386734"/>
                <a:gd name="connsiteX53" fmla="*/ 88900 w 475634"/>
                <a:gd name="connsiteY53" fmla="*/ 282267 h 386734"/>
                <a:gd name="connsiteX54" fmla="*/ 104467 w 475634"/>
                <a:gd name="connsiteY54" fmla="*/ 266700 h 386734"/>
                <a:gd name="connsiteX55" fmla="*/ 15567 w 475634"/>
                <a:gd name="connsiteY55" fmla="*/ 266700 h 386734"/>
                <a:gd name="connsiteX56" fmla="*/ 31134 w 475634"/>
                <a:gd name="connsiteY56" fmla="*/ 282267 h 386734"/>
                <a:gd name="connsiteX57" fmla="*/ 15567 w 475634"/>
                <a:gd name="connsiteY57" fmla="*/ 297834 h 386734"/>
                <a:gd name="connsiteX58" fmla="*/ 0 w 475634"/>
                <a:gd name="connsiteY58" fmla="*/ 282267 h 386734"/>
                <a:gd name="connsiteX59" fmla="*/ 15567 w 475634"/>
                <a:gd name="connsiteY59" fmla="*/ 266700 h 386734"/>
                <a:gd name="connsiteX60" fmla="*/ 460067 w 475634"/>
                <a:gd name="connsiteY60" fmla="*/ 177800 h 386734"/>
                <a:gd name="connsiteX61" fmla="*/ 475634 w 475634"/>
                <a:gd name="connsiteY61" fmla="*/ 193367 h 386734"/>
                <a:gd name="connsiteX62" fmla="*/ 460067 w 475634"/>
                <a:gd name="connsiteY62" fmla="*/ 208934 h 386734"/>
                <a:gd name="connsiteX63" fmla="*/ 444500 w 475634"/>
                <a:gd name="connsiteY63" fmla="*/ 193367 h 386734"/>
                <a:gd name="connsiteX64" fmla="*/ 460067 w 475634"/>
                <a:gd name="connsiteY64" fmla="*/ 177800 h 386734"/>
                <a:gd name="connsiteX65" fmla="*/ 371167 w 475634"/>
                <a:gd name="connsiteY65" fmla="*/ 177800 h 386734"/>
                <a:gd name="connsiteX66" fmla="*/ 386734 w 475634"/>
                <a:gd name="connsiteY66" fmla="*/ 193367 h 386734"/>
                <a:gd name="connsiteX67" fmla="*/ 371167 w 475634"/>
                <a:gd name="connsiteY67" fmla="*/ 208934 h 386734"/>
                <a:gd name="connsiteX68" fmla="*/ 355600 w 475634"/>
                <a:gd name="connsiteY68" fmla="*/ 193367 h 386734"/>
                <a:gd name="connsiteX69" fmla="*/ 371167 w 475634"/>
                <a:gd name="connsiteY69" fmla="*/ 177800 h 386734"/>
                <a:gd name="connsiteX70" fmla="*/ 282267 w 475634"/>
                <a:gd name="connsiteY70" fmla="*/ 177800 h 386734"/>
                <a:gd name="connsiteX71" fmla="*/ 297834 w 475634"/>
                <a:gd name="connsiteY71" fmla="*/ 193367 h 386734"/>
                <a:gd name="connsiteX72" fmla="*/ 282267 w 475634"/>
                <a:gd name="connsiteY72" fmla="*/ 208934 h 386734"/>
                <a:gd name="connsiteX73" fmla="*/ 266700 w 475634"/>
                <a:gd name="connsiteY73" fmla="*/ 193367 h 386734"/>
                <a:gd name="connsiteX74" fmla="*/ 282267 w 475634"/>
                <a:gd name="connsiteY74" fmla="*/ 177800 h 386734"/>
                <a:gd name="connsiteX75" fmla="*/ 193367 w 475634"/>
                <a:gd name="connsiteY75" fmla="*/ 177800 h 386734"/>
                <a:gd name="connsiteX76" fmla="*/ 208934 w 475634"/>
                <a:gd name="connsiteY76" fmla="*/ 193367 h 386734"/>
                <a:gd name="connsiteX77" fmla="*/ 193367 w 475634"/>
                <a:gd name="connsiteY77" fmla="*/ 208934 h 386734"/>
                <a:gd name="connsiteX78" fmla="*/ 177800 w 475634"/>
                <a:gd name="connsiteY78" fmla="*/ 193367 h 386734"/>
                <a:gd name="connsiteX79" fmla="*/ 193367 w 475634"/>
                <a:gd name="connsiteY79" fmla="*/ 177800 h 386734"/>
                <a:gd name="connsiteX80" fmla="*/ 104467 w 475634"/>
                <a:gd name="connsiteY80" fmla="*/ 177800 h 386734"/>
                <a:gd name="connsiteX81" fmla="*/ 120034 w 475634"/>
                <a:gd name="connsiteY81" fmla="*/ 193367 h 386734"/>
                <a:gd name="connsiteX82" fmla="*/ 104467 w 475634"/>
                <a:gd name="connsiteY82" fmla="*/ 208934 h 386734"/>
                <a:gd name="connsiteX83" fmla="*/ 88900 w 475634"/>
                <a:gd name="connsiteY83" fmla="*/ 193367 h 386734"/>
                <a:gd name="connsiteX84" fmla="*/ 104467 w 475634"/>
                <a:gd name="connsiteY84" fmla="*/ 177800 h 386734"/>
                <a:gd name="connsiteX85" fmla="*/ 15567 w 475634"/>
                <a:gd name="connsiteY85" fmla="*/ 177800 h 386734"/>
                <a:gd name="connsiteX86" fmla="*/ 31134 w 475634"/>
                <a:gd name="connsiteY86" fmla="*/ 193367 h 386734"/>
                <a:gd name="connsiteX87" fmla="*/ 15567 w 475634"/>
                <a:gd name="connsiteY87" fmla="*/ 208934 h 386734"/>
                <a:gd name="connsiteX88" fmla="*/ 0 w 475634"/>
                <a:gd name="connsiteY88" fmla="*/ 193367 h 386734"/>
                <a:gd name="connsiteX89" fmla="*/ 15567 w 475634"/>
                <a:gd name="connsiteY89" fmla="*/ 177800 h 386734"/>
                <a:gd name="connsiteX90" fmla="*/ 460067 w 475634"/>
                <a:gd name="connsiteY90" fmla="*/ 88900 h 386734"/>
                <a:gd name="connsiteX91" fmla="*/ 475634 w 475634"/>
                <a:gd name="connsiteY91" fmla="*/ 104467 h 386734"/>
                <a:gd name="connsiteX92" fmla="*/ 460067 w 475634"/>
                <a:gd name="connsiteY92" fmla="*/ 120034 h 386734"/>
                <a:gd name="connsiteX93" fmla="*/ 444500 w 475634"/>
                <a:gd name="connsiteY93" fmla="*/ 104467 h 386734"/>
                <a:gd name="connsiteX94" fmla="*/ 460067 w 475634"/>
                <a:gd name="connsiteY94" fmla="*/ 88900 h 386734"/>
                <a:gd name="connsiteX95" fmla="*/ 371167 w 475634"/>
                <a:gd name="connsiteY95" fmla="*/ 88900 h 386734"/>
                <a:gd name="connsiteX96" fmla="*/ 386734 w 475634"/>
                <a:gd name="connsiteY96" fmla="*/ 104467 h 386734"/>
                <a:gd name="connsiteX97" fmla="*/ 371167 w 475634"/>
                <a:gd name="connsiteY97" fmla="*/ 120034 h 386734"/>
                <a:gd name="connsiteX98" fmla="*/ 355600 w 475634"/>
                <a:gd name="connsiteY98" fmla="*/ 104467 h 386734"/>
                <a:gd name="connsiteX99" fmla="*/ 371167 w 475634"/>
                <a:gd name="connsiteY99" fmla="*/ 88900 h 386734"/>
                <a:gd name="connsiteX100" fmla="*/ 282267 w 475634"/>
                <a:gd name="connsiteY100" fmla="*/ 88900 h 386734"/>
                <a:gd name="connsiteX101" fmla="*/ 297834 w 475634"/>
                <a:gd name="connsiteY101" fmla="*/ 104467 h 386734"/>
                <a:gd name="connsiteX102" fmla="*/ 282267 w 475634"/>
                <a:gd name="connsiteY102" fmla="*/ 120034 h 386734"/>
                <a:gd name="connsiteX103" fmla="*/ 266700 w 475634"/>
                <a:gd name="connsiteY103" fmla="*/ 104467 h 386734"/>
                <a:gd name="connsiteX104" fmla="*/ 282267 w 475634"/>
                <a:gd name="connsiteY104" fmla="*/ 88900 h 386734"/>
                <a:gd name="connsiteX105" fmla="*/ 193367 w 475634"/>
                <a:gd name="connsiteY105" fmla="*/ 88900 h 386734"/>
                <a:gd name="connsiteX106" fmla="*/ 208934 w 475634"/>
                <a:gd name="connsiteY106" fmla="*/ 104467 h 386734"/>
                <a:gd name="connsiteX107" fmla="*/ 193367 w 475634"/>
                <a:gd name="connsiteY107" fmla="*/ 120034 h 386734"/>
                <a:gd name="connsiteX108" fmla="*/ 177800 w 475634"/>
                <a:gd name="connsiteY108" fmla="*/ 104467 h 386734"/>
                <a:gd name="connsiteX109" fmla="*/ 193367 w 475634"/>
                <a:gd name="connsiteY109" fmla="*/ 88900 h 386734"/>
                <a:gd name="connsiteX110" fmla="*/ 104467 w 475634"/>
                <a:gd name="connsiteY110" fmla="*/ 88900 h 386734"/>
                <a:gd name="connsiteX111" fmla="*/ 120034 w 475634"/>
                <a:gd name="connsiteY111" fmla="*/ 104467 h 386734"/>
                <a:gd name="connsiteX112" fmla="*/ 104467 w 475634"/>
                <a:gd name="connsiteY112" fmla="*/ 120034 h 386734"/>
                <a:gd name="connsiteX113" fmla="*/ 88900 w 475634"/>
                <a:gd name="connsiteY113" fmla="*/ 104467 h 386734"/>
                <a:gd name="connsiteX114" fmla="*/ 104467 w 475634"/>
                <a:gd name="connsiteY114" fmla="*/ 88900 h 386734"/>
                <a:gd name="connsiteX115" fmla="*/ 15567 w 475634"/>
                <a:gd name="connsiteY115" fmla="*/ 88900 h 386734"/>
                <a:gd name="connsiteX116" fmla="*/ 31134 w 475634"/>
                <a:gd name="connsiteY116" fmla="*/ 104467 h 386734"/>
                <a:gd name="connsiteX117" fmla="*/ 15567 w 475634"/>
                <a:gd name="connsiteY117" fmla="*/ 120034 h 386734"/>
                <a:gd name="connsiteX118" fmla="*/ 0 w 475634"/>
                <a:gd name="connsiteY118" fmla="*/ 104467 h 386734"/>
                <a:gd name="connsiteX119" fmla="*/ 15567 w 475634"/>
                <a:gd name="connsiteY119" fmla="*/ 88900 h 386734"/>
                <a:gd name="connsiteX120" fmla="*/ 460067 w 475634"/>
                <a:gd name="connsiteY120" fmla="*/ 0 h 386734"/>
                <a:gd name="connsiteX121" fmla="*/ 475634 w 475634"/>
                <a:gd name="connsiteY121" fmla="*/ 15567 h 386734"/>
                <a:gd name="connsiteX122" fmla="*/ 460067 w 475634"/>
                <a:gd name="connsiteY122" fmla="*/ 31134 h 386734"/>
                <a:gd name="connsiteX123" fmla="*/ 444500 w 475634"/>
                <a:gd name="connsiteY123" fmla="*/ 15567 h 386734"/>
                <a:gd name="connsiteX124" fmla="*/ 460067 w 475634"/>
                <a:gd name="connsiteY124" fmla="*/ 0 h 386734"/>
                <a:gd name="connsiteX125" fmla="*/ 371167 w 475634"/>
                <a:gd name="connsiteY125" fmla="*/ 0 h 386734"/>
                <a:gd name="connsiteX126" fmla="*/ 386734 w 475634"/>
                <a:gd name="connsiteY126" fmla="*/ 15567 h 386734"/>
                <a:gd name="connsiteX127" fmla="*/ 371167 w 475634"/>
                <a:gd name="connsiteY127" fmla="*/ 31134 h 386734"/>
                <a:gd name="connsiteX128" fmla="*/ 355600 w 475634"/>
                <a:gd name="connsiteY128" fmla="*/ 15567 h 386734"/>
                <a:gd name="connsiteX129" fmla="*/ 371167 w 475634"/>
                <a:gd name="connsiteY129" fmla="*/ 0 h 386734"/>
                <a:gd name="connsiteX130" fmla="*/ 282267 w 475634"/>
                <a:gd name="connsiteY130" fmla="*/ 0 h 386734"/>
                <a:gd name="connsiteX131" fmla="*/ 297834 w 475634"/>
                <a:gd name="connsiteY131" fmla="*/ 15567 h 386734"/>
                <a:gd name="connsiteX132" fmla="*/ 282267 w 475634"/>
                <a:gd name="connsiteY132" fmla="*/ 31134 h 386734"/>
                <a:gd name="connsiteX133" fmla="*/ 266700 w 475634"/>
                <a:gd name="connsiteY133" fmla="*/ 15567 h 386734"/>
                <a:gd name="connsiteX134" fmla="*/ 282267 w 475634"/>
                <a:gd name="connsiteY134" fmla="*/ 0 h 386734"/>
                <a:gd name="connsiteX135" fmla="*/ 193367 w 475634"/>
                <a:gd name="connsiteY135" fmla="*/ 0 h 386734"/>
                <a:gd name="connsiteX136" fmla="*/ 208934 w 475634"/>
                <a:gd name="connsiteY136" fmla="*/ 15567 h 386734"/>
                <a:gd name="connsiteX137" fmla="*/ 193367 w 475634"/>
                <a:gd name="connsiteY137" fmla="*/ 31134 h 386734"/>
                <a:gd name="connsiteX138" fmla="*/ 177800 w 475634"/>
                <a:gd name="connsiteY138" fmla="*/ 15567 h 386734"/>
                <a:gd name="connsiteX139" fmla="*/ 193367 w 475634"/>
                <a:gd name="connsiteY139" fmla="*/ 0 h 386734"/>
                <a:gd name="connsiteX140" fmla="*/ 104467 w 475634"/>
                <a:gd name="connsiteY140" fmla="*/ 0 h 386734"/>
                <a:gd name="connsiteX141" fmla="*/ 120034 w 475634"/>
                <a:gd name="connsiteY141" fmla="*/ 15567 h 386734"/>
                <a:gd name="connsiteX142" fmla="*/ 104467 w 475634"/>
                <a:gd name="connsiteY142" fmla="*/ 31134 h 386734"/>
                <a:gd name="connsiteX143" fmla="*/ 88900 w 475634"/>
                <a:gd name="connsiteY143" fmla="*/ 15567 h 386734"/>
                <a:gd name="connsiteX144" fmla="*/ 104467 w 475634"/>
                <a:gd name="connsiteY144" fmla="*/ 0 h 386734"/>
                <a:gd name="connsiteX145" fmla="*/ 15567 w 475634"/>
                <a:gd name="connsiteY145" fmla="*/ 0 h 386734"/>
                <a:gd name="connsiteX146" fmla="*/ 31134 w 475634"/>
                <a:gd name="connsiteY146" fmla="*/ 15567 h 386734"/>
                <a:gd name="connsiteX147" fmla="*/ 15567 w 475634"/>
                <a:gd name="connsiteY147" fmla="*/ 31134 h 386734"/>
                <a:gd name="connsiteX148" fmla="*/ 0 w 475634"/>
                <a:gd name="connsiteY148" fmla="*/ 15567 h 386734"/>
                <a:gd name="connsiteX149" fmla="*/ 15567 w 475634"/>
                <a:gd name="connsiteY149" fmla="*/ 0 h 38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475634" h="386734">
                  <a:moveTo>
                    <a:pt x="460067" y="355600"/>
                  </a:moveTo>
                  <a:cubicBezTo>
                    <a:pt x="468664" y="355600"/>
                    <a:pt x="475634" y="362570"/>
                    <a:pt x="475634" y="371167"/>
                  </a:cubicBezTo>
                  <a:cubicBezTo>
                    <a:pt x="475634" y="379764"/>
                    <a:pt x="468664" y="386734"/>
                    <a:pt x="460067" y="386734"/>
                  </a:cubicBezTo>
                  <a:cubicBezTo>
                    <a:pt x="451470" y="386734"/>
                    <a:pt x="444500" y="379764"/>
                    <a:pt x="444500" y="371167"/>
                  </a:cubicBezTo>
                  <a:cubicBezTo>
                    <a:pt x="444500" y="362570"/>
                    <a:pt x="451470" y="355600"/>
                    <a:pt x="460067" y="355600"/>
                  </a:cubicBezTo>
                  <a:close/>
                  <a:moveTo>
                    <a:pt x="371167" y="355600"/>
                  </a:moveTo>
                  <a:cubicBezTo>
                    <a:pt x="379764" y="355600"/>
                    <a:pt x="386734" y="362570"/>
                    <a:pt x="386734" y="371167"/>
                  </a:cubicBezTo>
                  <a:cubicBezTo>
                    <a:pt x="386734" y="379764"/>
                    <a:pt x="379764" y="386734"/>
                    <a:pt x="371167" y="386734"/>
                  </a:cubicBezTo>
                  <a:cubicBezTo>
                    <a:pt x="362570" y="386734"/>
                    <a:pt x="355600" y="379764"/>
                    <a:pt x="355600" y="371167"/>
                  </a:cubicBezTo>
                  <a:cubicBezTo>
                    <a:pt x="355600" y="362570"/>
                    <a:pt x="362570" y="355600"/>
                    <a:pt x="371167" y="355600"/>
                  </a:cubicBezTo>
                  <a:close/>
                  <a:moveTo>
                    <a:pt x="282267" y="355600"/>
                  </a:moveTo>
                  <a:cubicBezTo>
                    <a:pt x="290864" y="355600"/>
                    <a:pt x="297834" y="362570"/>
                    <a:pt x="297834" y="371167"/>
                  </a:cubicBezTo>
                  <a:cubicBezTo>
                    <a:pt x="297834" y="379764"/>
                    <a:pt x="290864" y="386734"/>
                    <a:pt x="282267" y="386734"/>
                  </a:cubicBezTo>
                  <a:cubicBezTo>
                    <a:pt x="273670" y="386734"/>
                    <a:pt x="266700" y="379764"/>
                    <a:pt x="266700" y="371167"/>
                  </a:cubicBezTo>
                  <a:cubicBezTo>
                    <a:pt x="266700" y="362570"/>
                    <a:pt x="273670" y="355600"/>
                    <a:pt x="282267" y="355600"/>
                  </a:cubicBezTo>
                  <a:close/>
                  <a:moveTo>
                    <a:pt x="193367" y="355600"/>
                  </a:moveTo>
                  <a:cubicBezTo>
                    <a:pt x="201964" y="355600"/>
                    <a:pt x="208934" y="362570"/>
                    <a:pt x="208934" y="371167"/>
                  </a:cubicBezTo>
                  <a:cubicBezTo>
                    <a:pt x="208934" y="379764"/>
                    <a:pt x="201964" y="386734"/>
                    <a:pt x="193367" y="386734"/>
                  </a:cubicBezTo>
                  <a:cubicBezTo>
                    <a:pt x="184770" y="386734"/>
                    <a:pt x="177800" y="379764"/>
                    <a:pt x="177800" y="371167"/>
                  </a:cubicBezTo>
                  <a:cubicBezTo>
                    <a:pt x="177800" y="362570"/>
                    <a:pt x="184770" y="355600"/>
                    <a:pt x="193367" y="355600"/>
                  </a:cubicBezTo>
                  <a:close/>
                  <a:moveTo>
                    <a:pt x="104467" y="355600"/>
                  </a:moveTo>
                  <a:cubicBezTo>
                    <a:pt x="113064" y="355600"/>
                    <a:pt x="120034" y="362570"/>
                    <a:pt x="120034" y="371167"/>
                  </a:cubicBezTo>
                  <a:cubicBezTo>
                    <a:pt x="120034" y="379764"/>
                    <a:pt x="113064" y="386734"/>
                    <a:pt x="104467" y="386734"/>
                  </a:cubicBezTo>
                  <a:cubicBezTo>
                    <a:pt x="95870" y="386734"/>
                    <a:pt x="88900" y="379764"/>
                    <a:pt x="88900" y="371167"/>
                  </a:cubicBezTo>
                  <a:cubicBezTo>
                    <a:pt x="88900" y="362570"/>
                    <a:pt x="95870" y="355600"/>
                    <a:pt x="104467" y="355600"/>
                  </a:cubicBezTo>
                  <a:close/>
                  <a:moveTo>
                    <a:pt x="15567" y="355600"/>
                  </a:moveTo>
                  <a:cubicBezTo>
                    <a:pt x="24164" y="355600"/>
                    <a:pt x="31134" y="362570"/>
                    <a:pt x="31134" y="371167"/>
                  </a:cubicBezTo>
                  <a:cubicBezTo>
                    <a:pt x="31134" y="379764"/>
                    <a:pt x="24164" y="386734"/>
                    <a:pt x="15567" y="386734"/>
                  </a:cubicBezTo>
                  <a:cubicBezTo>
                    <a:pt x="6970" y="386734"/>
                    <a:pt x="0" y="379764"/>
                    <a:pt x="0" y="371167"/>
                  </a:cubicBezTo>
                  <a:cubicBezTo>
                    <a:pt x="0" y="362570"/>
                    <a:pt x="6970" y="355600"/>
                    <a:pt x="15567" y="355600"/>
                  </a:cubicBezTo>
                  <a:close/>
                  <a:moveTo>
                    <a:pt x="460067" y="266700"/>
                  </a:moveTo>
                  <a:cubicBezTo>
                    <a:pt x="468664" y="266700"/>
                    <a:pt x="475634" y="273670"/>
                    <a:pt x="475634" y="282267"/>
                  </a:cubicBezTo>
                  <a:cubicBezTo>
                    <a:pt x="475634" y="290864"/>
                    <a:pt x="468664" y="297834"/>
                    <a:pt x="460067" y="297834"/>
                  </a:cubicBezTo>
                  <a:cubicBezTo>
                    <a:pt x="451470" y="297834"/>
                    <a:pt x="444500" y="290864"/>
                    <a:pt x="444500" y="282267"/>
                  </a:cubicBezTo>
                  <a:cubicBezTo>
                    <a:pt x="444500" y="273670"/>
                    <a:pt x="451470" y="266700"/>
                    <a:pt x="460067" y="266700"/>
                  </a:cubicBezTo>
                  <a:close/>
                  <a:moveTo>
                    <a:pt x="371167" y="266700"/>
                  </a:moveTo>
                  <a:cubicBezTo>
                    <a:pt x="379764" y="266700"/>
                    <a:pt x="386734" y="273670"/>
                    <a:pt x="386734" y="282267"/>
                  </a:cubicBezTo>
                  <a:cubicBezTo>
                    <a:pt x="386734" y="290864"/>
                    <a:pt x="379764" y="297834"/>
                    <a:pt x="371167" y="297834"/>
                  </a:cubicBezTo>
                  <a:cubicBezTo>
                    <a:pt x="362570" y="297834"/>
                    <a:pt x="355600" y="290864"/>
                    <a:pt x="355600" y="282267"/>
                  </a:cubicBezTo>
                  <a:cubicBezTo>
                    <a:pt x="355600" y="273670"/>
                    <a:pt x="362570" y="266700"/>
                    <a:pt x="371167" y="266700"/>
                  </a:cubicBezTo>
                  <a:close/>
                  <a:moveTo>
                    <a:pt x="282267" y="266700"/>
                  </a:moveTo>
                  <a:cubicBezTo>
                    <a:pt x="290864" y="266700"/>
                    <a:pt x="297834" y="273670"/>
                    <a:pt x="297834" y="282267"/>
                  </a:cubicBezTo>
                  <a:cubicBezTo>
                    <a:pt x="297834" y="290864"/>
                    <a:pt x="290864" y="297834"/>
                    <a:pt x="282267" y="297834"/>
                  </a:cubicBezTo>
                  <a:cubicBezTo>
                    <a:pt x="273670" y="297834"/>
                    <a:pt x="266700" y="290864"/>
                    <a:pt x="266700" y="282267"/>
                  </a:cubicBezTo>
                  <a:cubicBezTo>
                    <a:pt x="266700" y="273670"/>
                    <a:pt x="273670" y="266700"/>
                    <a:pt x="282267" y="266700"/>
                  </a:cubicBezTo>
                  <a:close/>
                  <a:moveTo>
                    <a:pt x="193367" y="266700"/>
                  </a:moveTo>
                  <a:cubicBezTo>
                    <a:pt x="201964" y="266700"/>
                    <a:pt x="208934" y="273670"/>
                    <a:pt x="208934" y="282267"/>
                  </a:cubicBezTo>
                  <a:cubicBezTo>
                    <a:pt x="208934" y="290864"/>
                    <a:pt x="201964" y="297834"/>
                    <a:pt x="193367" y="297834"/>
                  </a:cubicBezTo>
                  <a:cubicBezTo>
                    <a:pt x="184770" y="297834"/>
                    <a:pt x="177800" y="290864"/>
                    <a:pt x="177800" y="282267"/>
                  </a:cubicBezTo>
                  <a:cubicBezTo>
                    <a:pt x="177800" y="273670"/>
                    <a:pt x="184770" y="266700"/>
                    <a:pt x="193367" y="266700"/>
                  </a:cubicBezTo>
                  <a:close/>
                  <a:moveTo>
                    <a:pt x="104467" y="266700"/>
                  </a:moveTo>
                  <a:cubicBezTo>
                    <a:pt x="113064" y="266700"/>
                    <a:pt x="120034" y="273670"/>
                    <a:pt x="120034" y="282267"/>
                  </a:cubicBezTo>
                  <a:cubicBezTo>
                    <a:pt x="120034" y="290864"/>
                    <a:pt x="113064" y="297834"/>
                    <a:pt x="104467" y="297834"/>
                  </a:cubicBezTo>
                  <a:cubicBezTo>
                    <a:pt x="95870" y="297834"/>
                    <a:pt x="88900" y="290864"/>
                    <a:pt x="88900" y="282267"/>
                  </a:cubicBezTo>
                  <a:cubicBezTo>
                    <a:pt x="88900" y="273670"/>
                    <a:pt x="95870" y="266700"/>
                    <a:pt x="104467" y="266700"/>
                  </a:cubicBezTo>
                  <a:close/>
                  <a:moveTo>
                    <a:pt x="15567" y="266700"/>
                  </a:moveTo>
                  <a:cubicBezTo>
                    <a:pt x="24164" y="266700"/>
                    <a:pt x="31134" y="273670"/>
                    <a:pt x="31134" y="282267"/>
                  </a:cubicBezTo>
                  <a:cubicBezTo>
                    <a:pt x="31134" y="290864"/>
                    <a:pt x="24164" y="297834"/>
                    <a:pt x="15567" y="297834"/>
                  </a:cubicBezTo>
                  <a:cubicBezTo>
                    <a:pt x="6970" y="297834"/>
                    <a:pt x="0" y="290864"/>
                    <a:pt x="0" y="282267"/>
                  </a:cubicBezTo>
                  <a:cubicBezTo>
                    <a:pt x="0" y="273670"/>
                    <a:pt x="6970" y="266700"/>
                    <a:pt x="15567" y="266700"/>
                  </a:cubicBezTo>
                  <a:close/>
                  <a:moveTo>
                    <a:pt x="460067" y="177800"/>
                  </a:moveTo>
                  <a:cubicBezTo>
                    <a:pt x="468664" y="177800"/>
                    <a:pt x="475634" y="184770"/>
                    <a:pt x="475634" y="193367"/>
                  </a:cubicBezTo>
                  <a:cubicBezTo>
                    <a:pt x="475634" y="201964"/>
                    <a:pt x="468664" y="208934"/>
                    <a:pt x="460067" y="208934"/>
                  </a:cubicBezTo>
                  <a:cubicBezTo>
                    <a:pt x="451470" y="208934"/>
                    <a:pt x="444500" y="201964"/>
                    <a:pt x="444500" y="193367"/>
                  </a:cubicBezTo>
                  <a:cubicBezTo>
                    <a:pt x="444500" y="184770"/>
                    <a:pt x="451470" y="177800"/>
                    <a:pt x="460067" y="177800"/>
                  </a:cubicBezTo>
                  <a:close/>
                  <a:moveTo>
                    <a:pt x="371167" y="177800"/>
                  </a:moveTo>
                  <a:cubicBezTo>
                    <a:pt x="379764" y="177800"/>
                    <a:pt x="386734" y="184770"/>
                    <a:pt x="386734" y="193367"/>
                  </a:cubicBezTo>
                  <a:cubicBezTo>
                    <a:pt x="386734" y="201964"/>
                    <a:pt x="379764" y="208934"/>
                    <a:pt x="371167" y="208934"/>
                  </a:cubicBezTo>
                  <a:cubicBezTo>
                    <a:pt x="362570" y="208934"/>
                    <a:pt x="355600" y="201964"/>
                    <a:pt x="355600" y="193367"/>
                  </a:cubicBezTo>
                  <a:cubicBezTo>
                    <a:pt x="355600" y="184770"/>
                    <a:pt x="362570" y="177800"/>
                    <a:pt x="371167" y="177800"/>
                  </a:cubicBezTo>
                  <a:close/>
                  <a:moveTo>
                    <a:pt x="282267" y="177800"/>
                  </a:moveTo>
                  <a:cubicBezTo>
                    <a:pt x="290864" y="177800"/>
                    <a:pt x="297834" y="184770"/>
                    <a:pt x="297834" y="193367"/>
                  </a:cubicBezTo>
                  <a:cubicBezTo>
                    <a:pt x="297834" y="201964"/>
                    <a:pt x="290864" y="208934"/>
                    <a:pt x="282267" y="208934"/>
                  </a:cubicBezTo>
                  <a:cubicBezTo>
                    <a:pt x="273670" y="208934"/>
                    <a:pt x="266700" y="201964"/>
                    <a:pt x="266700" y="193367"/>
                  </a:cubicBezTo>
                  <a:cubicBezTo>
                    <a:pt x="266700" y="184770"/>
                    <a:pt x="273670" y="177800"/>
                    <a:pt x="282267" y="177800"/>
                  </a:cubicBezTo>
                  <a:close/>
                  <a:moveTo>
                    <a:pt x="193367" y="177800"/>
                  </a:moveTo>
                  <a:cubicBezTo>
                    <a:pt x="201964" y="177800"/>
                    <a:pt x="208934" y="184770"/>
                    <a:pt x="208934" y="193367"/>
                  </a:cubicBezTo>
                  <a:cubicBezTo>
                    <a:pt x="208934" y="201964"/>
                    <a:pt x="201964" y="208934"/>
                    <a:pt x="193367" y="208934"/>
                  </a:cubicBezTo>
                  <a:cubicBezTo>
                    <a:pt x="184770" y="208934"/>
                    <a:pt x="177800" y="201964"/>
                    <a:pt x="177800" y="193367"/>
                  </a:cubicBezTo>
                  <a:cubicBezTo>
                    <a:pt x="177800" y="184770"/>
                    <a:pt x="184770" y="177800"/>
                    <a:pt x="193367" y="177800"/>
                  </a:cubicBezTo>
                  <a:close/>
                  <a:moveTo>
                    <a:pt x="104467" y="177800"/>
                  </a:moveTo>
                  <a:cubicBezTo>
                    <a:pt x="113064" y="177800"/>
                    <a:pt x="120034" y="184770"/>
                    <a:pt x="120034" y="193367"/>
                  </a:cubicBezTo>
                  <a:cubicBezTo>
                    <a:pt x="120034" y="201964"/>
                    <a:pt x="113064" y="208934"/>
                    <a:pt x="104467" y="208934"/>
                  </a:cubicBezTo>
                  <a:cubicBezTo>
                    <a:pt x="95870" y="208934"/>
                    <a:pt x="88900" y="201964"/>
                    <a:pt x="88900" y="193367"/>
                  </a:cubicBezTo>
                  <a:cubicBezTo>
                    <a:pt x="88900" y="184770"/>
                    <a:pt x="95870" y="177800"/>
                    <a:pt x="104467" y="177800"/>
                  </a:cubicBezTo>
                  <a:close/>
                  <a:moveTo>
                    <a:pt x="15567" y="177800"/>
                  </a:moveTo>
                  <a:cubicBezTo>
                    <a:pt x="24164" y="177800"/>
                    <a:pt x="31134" y="184770"/>
                    <a:pt x="31134" y="193367"/>
                  </a:cubicBezTo>
                  <a:cubicBezTo>
                    <a:pt x="31134" y="201964"/>
                    <a:pt x="24164" y="208934"/>
                    <a:pt x="15567" y="208934"/>
                  </a:cubicBezTo>
                  <a:cubicBezTo>
                    <a:pt x="6970" y="208934"/>
                    <a:pt x="0" y="201964"/>
                    <a:pt x="0" y="193367"/>
                  </a:cubicBezTo>
                  <a:cubicBezTo>
                    <a:pt x="0" y="184770"/>
                    <a:pt x="6970" y="177800"/>
                    <a:pt x="15567" y="177800"/>
                  </a:cubicBezTo>
                  <a:close/>
                  <a:moveTo>
                    <a:pt x="460067" y="88900"/>
                  </a:moveTo>
                  <a:cubicBezTo>
                    <a:pt x="468664" y="88900"/>
                    <a:pt x="475634" y="95870"/>
                    <a:pt x="475634" y="104467"/>
                  </a:cubicBezTo>
                  <a:cubicBezTo>
                    <a:pt x="475634" y="113064"/>
                    <a:pt x="468664" y="120034"/>
                    <a:pt x="460067" y="120034"/>
                  </a:cubicBezTo>
                  <a:cubicBezTo>
                    <a:pt x="451470" y="120034"/>
                    <a:pt x="444500" y="113064"/>
                    <a:pt x="444500" y="104467"/>
                  </a:cubicBezTo>
                  <a:cubicBezTo>
                    <a:pt x="444500" y="95870"/>
                    <a:pt x="451470" y="88900"/>
                    <a:pt x="460067" y="88900"/>
                  </a:cubicBezTo>
                  <a:close/>
                  <a:moveTo>
                    <a:pt x="371167" y="88900"/>
                  </a:moveTo>
                  <a:cubicBezTo>
                    <a:pt x="379764" y="88900"/>
                    <a:pt x="386734" y="95870"/>
                    <a:pt x="386734" y="104467"/>
                  </a:cubicBezTo>
                  <a:cubicBezTo>
                    <a:pt x="386734" y="113064"/>
                    <a:pt x="379764" y="120034"/>
                    <a:pt x="371167" y="120034"/>
                  </a:cubicBezTo>
                  <a:cubicBezTo>
                    <a:pt x="362570" y="120034"/>
                    <a:pt x="355600" y="113064"/>
                    <a:pt x="355600" y="104467"/>
                  </a:cubicBezTo>
                  <a:cubicBezTo>
                    <a:pt x="355600" y="95870"/>
                    <a:pt x="362570" y="88900"/>
                    <a:pt x="371167" y="88900"/>
                  </a:cubicBezTo>
                  <a:close/>
                  <a:moveTo>
                    <a:pt x="282267" y="88900"/>
                  </a:moveTo>
                  <a:cubicBezTo>
                    <a:pt x="290864" y="88900"/>
                    <a:pt x="297834" y="95870"/>
                    <a:pt x="297834" y="104467"/>
                  </a:cubicBezTo>
                  <a:cubicBezTo>
                    <a:pt x="297834" y="113064"/>
                    <a:pt x="290864" y="120034"/>
                    <a:pt x="282267" y="120034"/>
                  </a:cubicBezTo>
                  <a:cubicBezTo>
                    <a:pt x="273670" y="120034"/>
                    <a:pt x="266700" y="113064"/>
                    <a:pt x="266700" y="104467"/>
                  </a:cubicBezTo>
                  <a:cubicBezTo>
                    <a:pt x="266700" y="95870"/>
                    <a:pt x="273670" y="88900"/>
                    <a:pt x="282267" y="88900"/>
                  </a:cubicBezTo>
                  <a:close/>
                  <a:moveTo>
                    <a:pt x="193367" y="88900"/>
                  </a:moveTo>
                  <a:cubicBezTo>
                    <a:pt x="201964" y="88900"/>
                    <a:pt x="208934" y="95870"/>
                    <a:pt x="208934" y="104467"/>
                  </a:cubicBezTo>
                  <a:cubicBezTo>
                    <a:pt x="208934" y="113064"/>
                    <a:pt x="201964" y="120034"/>
                    <a:pt x="193367" y="120034"/>
                  </a:cubicBezTo>
                  <a:cubicBezTo>
                    <a:pt x="184770" y="120034"/>
                    <a:pt x="177800" y="113064"/>
                    <a:pt x="177800" y="104467"/>
                  </a:cubicBezTo>
                  <a:cubicBezTo>
                    <a:pt x="177800" y="95870"/>
                    <a:pt x="184770" y="88900"/>
                    <a:pt x="193367" y="88900"/>
                  </a:cubicBezTo>
                  <a:close/>
                  <a:moveTo>
                    <a:pt x="104467" y="88900"/>
                  </a:moveTo>
                  <a:cubicBezTo>
                    <a:pt x="113064" y="88900"/>
                    <a:pt x="120034" y="95870"/>
                    <a:pt x="120034" y="104467"/>
                  </a:cubicBezTo>
                  <a:cubicBezTo>
                    <a:pt x="120034" y="113064"/>
                    <a:pt x="113064" y="120034"/>
                    <a:pt x="104467" y="120034"/>
                  </a:cubicBezTo>
                  <a:cubicBezTo>
                    <a:pt x="95870" y="120034"/>
                    <a:pt x="88900" y="113064"/>
                    <a:pt x="88900" y="104467"/>
                  </a:cubicBezTo>
                  <a:cubicBezTo>
                    <a:pt x="88900" y="95870"/>
                    <a:pt x="95870" y="88900"/>
                    <a:pt x="104467" y="88900"/>
                  </a:cubicBezTo>
                  <a:close/>
                  <a:moveTo>
                    <a:pt x="15567" y="88900"/>
                  </a:moveTo>
                  <a:cubicBezTo>
                    <a:pt x="24164" y="88900"/>
                    <a:pt x="31134" y="95870"/>
                    <a:pt x="31134" y="104467"/>
                  </a:cubicBezTo>
                  <a:cubicBezTo>
                    <a:pt x="31134" y="113064"/>
                    <a:pt x="24164" y="120034"/>
                    <a:pt x="15567" y="120034"/>
                  </a:cubicBezTo>
                  <a:cubicBezTo>
                    <a:pt x="6970" y="120034"/>
                    <a:pt x="0" y="113064"/>
                    <a:pt x="0" y="104467"/>
                  </a:cubicBezTo>
                  <a:cubicBezTo>
                    <a:pt x="0" y="95870"/>
                    <a:pt x="6970" y="88900"/>
                    <a:pt x="15567" y="88900"/>
                  </a:cubicBezTo>
                  <a:close/>
                  <a:moveTo>
                    <a:pt x="460067" y="0"/>
                  </a:moveTo>
                  <a:cubicBezTo>
                    <a:pt x="468664" y="0"/>
                    <a:pt x="475634" y="6970"/>
                    <a:pt x="475634" y="15567"/>
                  </a:cubicBezTo>
                  <a:cubicBezTo>
                    <a:pt x="475634" y="24164"/>
                    <a:pt x="468664" y="31134"/>
                    <a:pt x="460067" y="31134"/>
                  </a:cubicBezTo>
                  <a:cubicBezTo>
                    <a:pt x="451470" y="31134"/>
                    <a:pt x="444500" y="24164"/>
                    <a:pt x="444500" y="15567"/>
                  </a:cubicBezTo>
                  <a:cubicBezTo>
                    <a:pt x="444500" y="6970"/>
                    <a:pt x="451470" y="0"/>
                    <a:pt x="460067" y="0"/>
                  </a:cubicBezTo>
                  <a:close/>
                  <a:moveTo>
                    <a:pt x="371167" y="0"/>
                  </a:moveTo>
                  <a:cubicBezTo>
                    <a:pt x="379764" y="0"/>
                    <a:pt x="386734" y="6970"/>
                    <a:pt x="386734" y="15567"/>
                  </a:cubicBezTo>
                  <a:cubicBezTo>
                    <a:pt x="386734" y="24164"/>
                    <a:pt x="379764" y="31134"/>
                    <a:pt x="371167" y="31134"/>
                  </a:cubicBezTo>
                  <a:cubicBezTo>
                    <a:pt x="362570" y="31134"/>
                    <a:pt x="355600" y="24164"/>
                    <a:pt x="355600" y="15567"/>
                  </a:cubicBezTo>
                  <a:cubicBezTo>
                    <a:pt x="355600" y="6970"/>
                    <a:pt x="362570" y="0"/>
                    <a:pt x="371167" y="0"/>
                  </a:cubicBezTo>
                  <a:close/>
                  <a:moveTo>
                    <a:pt x="282267" y="0"/>
                  </a:moveTo>
                  <a:cubicBezTo>
                    <a:pt x="290864" y="0"/>
                    <a:pt x="297834" y="6970"/>
                    <a:pt x="297834" y="15567"/>
                  </a:cubicBezTo>
                  <a:cubicBezTo>
                    <a:pt x="297834" y="24164"/>
                    <a:pt x="290864" y="31134"/>
                    <a:pt x="282267" y="31134"/>
                  </a:cubicBezTo>
                  <a:cubicBezTo>
                    <a:pt x="273670" y="31134"/>
                    <a:pt x="266700" y="24164"/>
                    <a:pt x="266700" y="15567"/>
                  </a:cubicBezTo>
                  <a:cubicBezTo>
                    <a:pt x="266700" y="6970"/>
                    <a:pt x="273670" y="0"/>
                    <a:pt x="282267" y="0"/>
                  </a:cubicBezTo>
                  <a:close/>
                  <a:moveTo>
                    <a:pt x="193367" y="0"/>
                  </a:moveTo>
                  <a:cubicBezTo>
                    <a:pt x="201964" y="0"/>
                    <a:pt x="208934" y="6970"/>
                    <a:pt x="208934" y="15567"/>
                  </a:cubicBezTo>
                  <a:cubicBezTo>
                    <a:pt x="208934" y="24164"/>
                    <a:pt x="201964" y="31134"/>
                    <a:pt x="193367" y="31134"/>
                  </a:cubicBezTo>
                  <a:cubicBezTo>
                    <a:pt x="184770" y="31134"/>
                    <a:pt x="177800" y="24164"/>
                    <a:pt x="177800" y="15567"/>
                  </a:cubicBezTo>
                  <a:cubicBezTo>
                    <a:pt x="177800" y="6970"/>
                    <a:pt x="184770" y="0"/>
                    <a:pt x="193367" y="0"/>
                  </a:cubicBezTo>
                  <a:close/>
                  <a:moveTo>
                    <a:pt x="104467" y="0"/>
                  </a:moveTo>
                  <a:cubicBezTo>
                    <a:pt x="113064" y="0"/>
                    <a:pt x="120034" y="6970"/>
                    <a:pt x="120034" y="15567"/>
                  </a:cubicBezTo>
                  <a:cubicBezTo>
                    <a:pt x="120034" y="24164"/>
                    <a:pt x="113064" y="31134"/>
                    <a:pt x="104467" y="31134"/>
                  </a:cubicBezTo>
                  <a:cubicBezTo>
                    <a:pt x="95870" y="31134"/>
                    <a:pt x="88900" y="24164"/>
                    <a:pt x="88900" y="15567"/>
                  </a:cubicBezTo>
                  <a:cubicBezTo>
                    <a:pt x="88900" y="6970"/>
                    <a:pt x="95870" y="0"/>
                    <a:pt x="104467" y="0"/>
                  </a:cubicBezTo>
                  <a:close/>
                  <a:moveTo>
                    <a:pt x="15567" y="0"/>
                  </a:moveTo>
                  <a:cubicBezTo>
                    <a:pt x="24164" y="0"/>
                    <a:pt x="31134" y="6970"/>
                    <a:pt x="31134" y="15567"/>
                  </a:cubicBezTo>
                  <a:cubicBezTo>
                    <a:pt x="31134" y="24164"/>
                    <a:pt x="24164" y="31134"/>
                    <a:pt x="15567" y="31134"/>
                  </a:cubicBezTo>
                  <a:cubicBezTo>
                    <a:pt x="6970" y="31134"/>
                    <a:pt x="0" y="24164"/>
                    <a:pt x="0" y="15567"/>
                  </a:cubicBezTo>
                  <a:cubicBezTo>
                    <a:pt x="0" y="6970"/>
                    <a:pt x="6970" y="0"/>
                    <a:pt x="15567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92000"/>
                  </a:schemeClr>
                </a:gs>
                <a:gs pos="65000">
                  <a:schemeClr val="bg1">
                    <a:alpha val="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BB1DE588-ABD1-E987-339F-B0189968DD31}"/>
                </a:ext>
              </a:extLst>
            </p:cNvPr>
            <p:cNvSpPr/>
            <p:nvPr/>
          </p:nvSpPr>
          <p:spPr>
            <a:xfrm rot="5400000">
              <a:off x="5323274" y="6365400"/>
              <a:ext cx="710410" cy="577626"/>
            </a:xfrm>
            <a:custGeom>
              <a:avLst/>
              <a:gdLst>
                <a:gd name="connsiteX0" fmla="*/ 460067 w 475634"/>
                <a:gd name="connsiteY0" fmla="*/ 355600 h 386734"/>
                <a:gd name="connsiteX1" fmla="*/ 475634 w 475634"/>
                <a:gd name="connsiteY1" fmla="*/ 371167 h 386734"/>
                <a:gd name="connsiteX2" fmla="*/ 460067 w 475634"/>
                <a:gd name="connsiteY2" fmla="*/ 386734 h 386734"/>
                <a:gd name="connsiteX3" fmla="*/ 444500 w 475634"/>
                <a:gd name="connsiteY3" fmla="*/ 371167 h 386734"/>
                <a:gd name="connsiteX4" fmla="*/ 460067 w 475634"/>
                <a:gd name="connsiteY4" fmla="*/ 355600 h 386734"/>
                <a:gd name="connsiteX5" fmla="*/ 371167 w 475634"/>
                <a:gd name="connsiteY5" fmla="*/ 355600 h 386734"/>
                <a:gd name="connsiteX6" fmla="*/ 386734 w 475634"/>
                <a:gd name="connsiteY6" fmla="*/ 371167 h 386734"/>
                <a:gd name="connsiteX7" fmla="*/ 371167 w 475634"/>
                <a:gd name="connsiteY7" fmla="*/ 386734 h 386734"/>
                <a:gd name="connsiteX8" fmla="*/ 355600 w 475634"/>
                <a:gd name="connsiteY8" fmla="*/ 371167 h 386734"/>
                <a:gd name="connsiteX9" fmla="*/ 371167 w 475634"/>
                <a:gd name="connsiteY9" fmla="*/ 355600 h 386734"/>
                <a:gd name="connsiteX10" fmla="*/ 282267 w 475634"/>
                <a:gd name="connsiteY10" fmla="*/ 355600 h 386734"/>
                <a:gd name="connsiteX11" fmla="*/ 297834 w 475634"/>
                <a:gd name="connsiteY11" fmla="*/ 371167 h 386734"/>
                <a:gd name="connsiteX12" fmla="*/ 282267 w 475634"/>
                <a:gd name="connsiteY12" fmla="*/ 386734 h 386734"/>
                <a:gd name="connsiteX13" fmla="*/ 266700 w 475634"/>
                <a:gd name="connsiteY13" fmla="*/ 371167 h 386734"/>
                <a:gd name="connsiteX14" fmla="*/ 282267 w 475634"/>
                <a:gd name="connsiteY14" fmla="*/ 355600 h 386734"/>
                <a:gd name="connsiteX15" fmla="*/ 193367 w 475634"/>
                <a:gd name="connsiteY15" fmla="*/ 355600 h 386734"/>
                <a:gd name="connsiteX16" fmla="*/ 208934 w 475634"/>
                <a:gd name="connsiteY16" fmla="*/ 371167 h 386734"/>
                <a:gd name="connsiteX17" fmla="*/ 193367 w 475634"/>
                <a:gd name="connsiteY17" fmla="*/ 386734 h 386734"/>
                <a:gd name="connsiteX18" fmla="*/ 177800 w 475634"/>
                <a:gd name="connsiteY18" fmla="*/ 371167 h 386734"/>
                <a:gd name="connsiteX19" fmla="*/ 193367 w 475634"/>
                <a:gd name="connsiteY19" fmla="*/ 355600 h 386734"/>
                <a:gd name="connsiteX20" fmla="*/ 104467 w 475634"/>
                <a:gd name="connsiteY20" fmla="*/ 355600 h 386734"/>
                <a:gd name="connsiteX21" fmla="*/ 120034 w 475634"/>
                <a:gd name="connsiteY21" fmla="*/ 371167 h 386734"/>
                <a:gd name="connsiteX22" fmla="*/ 104467 w 475634"/>
                <a:gd name="connsiteY22" fmla="*/ 386734 h 386734"/>
                <a:gd name="connsiteX23" fmla="*/ 88900 w 475634"/>
                <a:gd name="connsiteY23" fmla="*/ 371167 h 386734"/>
                <a:gd name="connsiteX24" fmla="*/ 104467 w 475634"/>
                <a:gd name="connsiteY24" fmla="*/ 355600 h 386734"/>
                <a:gd name="connsiteX25" fmla="*/ 15567 w 475634"/>
                <a:gd name="connsiteY25" fmla="*/ 355600 h 386734"/>
                <a:gd name="connsiteX26" fmla="*/ 31134 w 475634"/>
                <a:gd name="connsiteY26" fmla="*/ 371167 h 386734"/>
                <a:gd name="connsiteX27" fmla="*/ 15567 w 475634"/>
                <a:gd name="connsiteY27" fmla="*/ 386734 h 386734"/>
                <a:gd name="connsiteX28" fmla="*/ 0 w 475634"/>
                <a:gd name="connsiteY28" fmla="*/ 371167 h 386734"/>
                <a:gd name="connsiteX29" fmla="*/ 15567 w 475634"/>
                <a:gd name="connsiteY29" fmla="*/ 355600 h 386734"/>
                <a:gd name="connsiteX30" fmla="*/ 460067 w 475634"/>
                <a:gd name="connsiteY30" fmla="*/ 266700 h 386734"/>
                <a:gd name="connsiteX31" fmla="*/ 475634 w 475634"/>
                <a:gd name="connsiteY31" fmla="*/ 282267 h 386734"/>
                <a:gd name="connsiteX32" fmla="*/ 460067 w 475634"/>
                <a:gd name="connsiteY32" fmla="*/ 297834 h 386734"/>
                <a:gd name="connsiteX33" fmla="*/ 444500 w 475634"/>
                <a:gd name="connsiteY33" fmla="*/ 282267 h 386734"/>
                <a:gd name="connsiteX34" fmla="*/ 460067 w 475634"/>
                <a:gd name="connsiteY34" fmla="*/ 266700 h 386734"/>
                <a:gd name="connsiteX35" fmla="*/ 371167 w 475634"/>
                <a:gd name="connsiteY35" fmla="*/ 266700 h 386734"/>
                <a:gd name="connsiteX36" fmla="*/ 386734 w 475634"/>
                <a:gd name="connsiteY36" fmla="*/ 282267 h 386734"/>
                <a:gd name="connsiteX37" fmla="*/ 371167 w 475634"/>
                <a:gd name="connsiteY37" fmla="*/ 297834 h 386734"/>
                <a:gd name="connsiteX38" fmla="*/ 355600 w 475634"/>
                <a:gd name="connsiteY38" fmla="*/ 282267 h 386734"/>
                <a:gd name="connsiteX39" fmla="*/ 371167 w 475634"/>
                <a:gd name="connsiteY39" fmla="*/ 266700 h 386734"/>
                <a:gd name="connsiteX40" fmla="*/ 282267 w 475634"/>
                <a:gd name="connsiteY40" fmla="*/ 266700 h 386734"/>
                <a:gd name="connsiteX41" fmla="*/ 297834 w 475634"/>
                <a:gd name="connsiteY41" fmla="*/ 282267 h 386734"/>
                <a:gd name="connsiteX42" fmla="*/ 282267 w 475634"/>
                <a:gd name="connsiteY42" fmla="*/ 297834 h 386734"/>
                <a:gd name="connsiteX43" fmla="*/ 266700 w 475634"/>
                <a:gd name="connsiteY43" fmla="*/ 282267 h 386734"/>
                <a:gd name="connsiteX44" fmla="*/ 282267 w 475634"/>
                <a:gd name="connsiteY44" fmla="*/ 266700 h 386734"/>
                <a:gd name="connsiteX45" fmla="*/ 193367 w 475634"/>
                <a:gd name="connsiteY45" fmla="*/ 266700 h 386734"/>
                <a:gd name="connsiteX46" fmla="*/ 208934 w 475634"/>
                <a:gd name="connsiteY46" fmla="*/ 282267 h 386734"/>
                <a:gd name="connsiteX47" fmla="*/ 193367 w 475634"/>
                <a:gd name="connsiteY47" fmla="*/ 297834 h 386734"/>
                <a:gd name="connsiteX48" fmla="*/ 177800 w 475634"/>
                <a:gd name="connsiteY48" fmla="*/ 282267 h 386734"/>
                <a:gd name="connsiteX49" fmla="*/ 193367 w 475634"/>
                <a:gd name="connsiteY49" fmla="*/ 266700 h 386734"/>
                <a:gd name="connsiteX50" fmla="*/ 104467 w 475634"/>
                <a:gd name="connsiteY50" fmla="*/ 266700 h 386734"/>
                <a:gd name="connsiteX51" fmla="*/ 120034 w 475634"/>
                <a:gd name="connsiteY51" fmla="*/ 282267 h 386734"/>
                <a:gd name="connsiteX52" fmla="*/ 104467 w 475634"/>
                <a:gd name="connsiteY52" fmla="*/ 297834 h 386734"/>
                <a:gd name="connsiteX53" fmla="*/ 88900 w 475634"/>
                <a:gd name="connsiteY53" fmla="*/ 282267 h 386734"/>
                <a:gd name="connsiteX54" fmla="*/ 104467 w 475634"/>
                <a:gd name="connsiteY54" fmla="*/ 266700 h 386734"/>
                <a:gd name="connsiteX55" fmla="*/ 15567 w 475634"/>
                <a:gd name="connsiteY55" fmla="*/ 266700 h 386734"/>
                <a:gd name="connsiteX56" fmla="*/ 31134 w 475634"/>
                <a:gd name="connsiteY56" fmla="*/ 282267 h 386734"/>
                <a:gd name="connsiteX57" fmla="*/ 15567 w 475634"/>
                <a:gd name="connsiteY57" fmla="*/ 297834 h 386734"/>
                <a:gd name="connsiteX58" fmla="*/ 0 w 475634"/>
                <a:gd name="connsiteY58" fmla="*/ 282267 h 386734"/>
                <a:gd name="connsiteX59" fmla="*/ 15567 w 475634"/>
                <a:gd name="connsiteY59" fmla="*/ 266700 h 386734"/>
                <a:gd name="connsiteX60" fmla="*/ 460067 w 475634"/>
                <a:gd name="connsiteY60" fmla="*/ 177800 h 386734"/>
                <a:gd name="connsiteX61" fmla="*/ 475634 w 475634"/>
                <a:gd name="connsiteY61" fmla="*/ 193367 h 386734"/>
                <a:gd name="connsiteX62" fmla="*/ 460067 w 475634"/>
                <a:gd name="connsiteY62" fmla="*/ 208934 h 386734"/>
                <a:gd name="connsiteX63" fmla="*/ 444500 w 475634"/>
                <a:gd name="connsiteY63" fmla="*/ 193367 h 386734"/>
                <a:gd name="connsiteX64" fmla="*/ 460067 w 475634"/>
                <a:gd name="connsiteY64" fmla="*/ 177800 h 386734"/>
                <a:gd name="connsiteX65" fmla="*/ 371167 w 475634"/>
                <a:gd name="connsiteY65" fmla="*/ 177800 h 386734"/>
                <a:gd name="connsiteX66" fmla="*/ 386734 w 475634"/>
                <a:gd name="connsiteY66" fmla="*/ 193367 h 386734"/>
                <a:gd name="connsiteX67" fmla="*/ 371167 w 475634"/>
                <a:gd name="connsiteY67" fmla="*/ 208934 h 386734"/>
                <a:gd name="connsiteX68" fmla="*/ 355600 w 475634"/>
                <a:gd name="connsiteY68" fmla="*/ 193367 h 386734"/>
                <a:gd name="connsiteX69" fmla="*/ 371167 w 475634"/>
                <a:gd name="connsiteY69" fmla="*/ 177800 h 386734"/>
                <a:gd name="connsiteX70" fmla="*/ 282267 w 475634"/>
                <a:gd name="connsiteY70" fmla="*/ 177800 h 386734"/>
                <a:gd name="connsiteX71" fmla="*/ 297834 w 475634"/>
                <a:gd name="connsiteY71" fmla="*/ 193367 h 386734"/>
                <a:gd name="connsiteX72" fmla="*/ 282267 w 475634"/>
                <a:gd name="connsiteY72" fmla="*/ 208934 h 386734"/>
                <a:gd name="connsiteX73" fmla="*/ 266700 w 475634"/>
                <a:gd name="connsiteY73" fmla="*/ 193367 h 386734"/>
                <a:gd name="connsiteX74" fmla="*/ 282267 w 475634"/>
                <a:gd name="connsiteY74" fmla="*/ 177800 h 386734"/>
                <a:gd name="connsiteX75" fmla="*/ 193367 w 475634"/>
                <a:gd name="connsiteY75" fmla="*/ 177800 h 386734"/>
                <a:gd name="connsiteX76" fmla="*/ 208934 w 475634"/>
                <a:gd name="connsiteY76" fmla="*/ 193367 h 386734"/>
                <a:gd name="connsiteX77" fmla="*/ 193367 w 475634"/>
                <a:gd name="connsiteY77" fmla="*/ 208934 h 386734"/>
                <a:gd name="connsiteX78" fmla="*/ 177800 w 475634"/>
                <a:gd name="connsiteY78" fmla="*/ 193367 h 386734"/>
                <a:gd name="connsiteX79" fmla="*/ 193367 w 475634"/>
                <a:gd name="connsiteY79" fmla="*/ 177800 h 386734"/>
                <a:gd name="connsiteX80" fmla="*/ 104467 w 475634"/>
                <a:gd name="connsiteY80" fmla="*/ 177800 h 386734"/>
                <a:gd name="connsiteX81" fmla="*/ 120034 w 475634"/>
                <a:gd name="connsiteY81" fmla="*/ 193367 h 386734"/>
                <a:gd name="connsiteX82" fmla="*/ 104467 w 475634"/>
                <a:gd name="connsiteY82" fmla="*/ 208934 h 386734"/>
                <a:gd name="connsiteX83" fmla="*/ 88900 w 475634"/>
                <a:gd name="connsiteY83" fmla="*/ 193367 h 386734"/>
                <a:gd name="connsiteX84" fmla="*/ 104467 w 475634"/>
                <a:gd name="connsiteY84" fmla="*/ 177800 h 386734"/>
                <a:gd name="connsiteX85" fmla="*/ 15567 w 475634"/>
                <a:gd name="connsiteY85" fmla="*/ 177800 h 386734"/>
                <a:gd name="connsiteX86" fmla="*/ 31134 w 475634"/>
                <a:gd name="connsiteY86" fmla="*/ 193367 h 386734"/>
                <a:gd name="connsiteX87" fmla="*/ 15567 w 475634"/>
                <a:gd name="connsiteY87" fmla="*/ 208934 h 386734"/>
                <a:gd name="connsiteX88" fmla="*/ 0 w 475634"/>
                <a:gd name="connsiteY88" fmla="*/ 193367 h 386734"/>
                <a:gd name="connsiteX89" fmla="*/ 15567 w 475634"/>
                <a:gd name="connsiteY89" fmla="*/ 177800 h 386734"/>
                <a:gd name="connsiteX90" fmla="*/ 460067 w 475634"/>
                <a:gd name="connsiteY90" fmla="*/ 88900 h 386734"/>
                <a:gd name="connsiteX91" fmla="*/ 475634 w 475634"/>
                <a:gd name="connsiteY91" fmla="*/ 104467 h 386734"/>
                <a:gd name="connsiteX92" fmla="*/ 460067 w 475634"/>
                <a:gd name="connsiteY92" fmla="*/ 120034 h 386734"/>
                <a:gd name="connsiteX93" fmla="*/ 444500 w 475634"/>
                <a:gd name="connsiteY93" fmla="*/ 104467 h 386734"/>
                <a:gd name="connsiteX94" fmla="*/ 460067 w 475634"/>
                <a:gd name="connsiteY94" fmla="*/ 88900 h 386734"/>
                <a:gd name="connsiteX95" fmla="*/ 371167 w 475634"/>
                <a:gd name="connsiteY95" fmla="*/ 88900 h 386734"/>
                <a:gd name="connsiteX96" fmla="*/ 386734 w 475634"/>
                <a:gd name="connsiteY96" fmla="*/ 104467 h 386734"/>
                <a:gd name="connsiteX97" fmla="*/ 371167 w 475634"/>
                <a:gd name="connsiteY97" fmla="*/ 120034 h 386734"/>
                <a:gd name="connsiteX98" fmla="*/ 355600 w 475634"/>
                <a:gd name="connsiteY98" fmla="*/ 104467 h 386734"/>
                <a:gd name="connsiteX99" fmla="*/ 371167 w 475634"/>
                <a:gd name="connsiteY99" fmla="*/ 88900 h 386734"/>
                <a:gd name="connsiteX100" fmla="*/ 282267 w 475634"/>
                <a:gd name="connsiteY100" fmla="*/ 88900 h 386734"/>
                <a:gd name="connsiteX101" fmla="*/ 297834 w 475634"/>
                <a:gd name="connsiteY101" fmla="*/ 104467 h 386734"/>
                <a:gd name="connsiteX102" fmla="*/ 282267 w 475634"/>
                <a:gd name="connsiteY102" fmla="*/ 120034 h 386734"/>
                <a:gd name="connsiteX103" fmla="*/ 266700 w 475634"/>
                <a:gd name="connsiteY103" fmla="*/ 104467 h 386734"/>
                <a:gd name="connsiteX104" fmla="*/ 282267 w 475634"/>
                <a:gd name="connsiteY104" fmla="*/ 88900 h 386734"/>
                <a:gd name="connsiteX105" fmla="*/ 193367 w 475634"/>
                <a:gd name="connsiteY105" fmla="*/ 88900 h 386734"/>
                <a:gd name="connsiteX106" fmla="*/ 208934 w 475634"/>
                <a:gd name="connsiteY106" fmla="*/ 104467 h 386734"/>
                <a:gd name="connsiteX107" fmla="*/ 193367 w 475634"/>
                <a:gd name="connsiteY107" fmla="*/ 120034 h 386734"/>
                <a:gd name="connsiteX108" fmla="*/ 177800 w 475634"/>
                <a:gd name="connsiteY108" fmla="*/ 104467 h 386734"/>
                <a:gd name="connsiteX109" fmla="*/ 193367 w 475634"/>
                <a:gd name="connsiteY109" fmla="*/ 88900 h 386734"/>
                <a:gd name="connsiteX110" fmla="*/ 104467 w 475634"/>
                <a:gd name="connsiteY110" fmla="*/ 88900 h 386734"/>
                <a:gd name="connsiteX111" fmla="*/ 120034 w 475634"/>
                <a:gd name="connsiteY111" fmla="*/ 104467 h 386734"/>
                <a:gd name="connsiteX112" fmla="*/ 104467 w 475634"/>
                <a:gd name="connsiteY112" fmla="*/ 120034 h 386734"/>
                <a:gd name="connsiteX113" fmla="*/ 88900 w 475634"/>
                <a:gd name="connsiteY113" fmla="*/ 104467 h 386734"/>
                <a:gd name="connsiteX114" fmla="*/ 104467 w 475634"/>
                <a:gd name="connsiteY114" fmla="*/ 88900 h 386734"/>
                <a:gd name="connsiteX115" fmla="*/ 15567 w 475634"/>
                <a:gd name="connsiteY115" fmla="*/ 88900 h 386734"/>
                <a:gd name="connsiteX116" fmla="*/ 31134 w 475634"/>
                <a:gd name="connsiteY116" fmla="*/ 104467 h 386734"/>
                <a:gd name="connsiteX117" fmla="*/ 15567 w 475634"/>
                <a:gd name="connsiteY117" fmla="*/ 120034 h 386734"/>
                <a:gd name="connsiteX118" fmla="*/ 0 w 475634"/>
                <a:gd name="connsiteY118" fmla="*/ 104467 h 386734"/>
                <a:gd name="connsiteX119" fmla="*/ 15567 w 475634"/>
                <a:gd name="connsiteY119" fmla="*/ 88900 h 386734"/>
                <a:gd name="connsiteX120" fmla="*/ 460067 w 475634"/>
                <a:gd name="connsiteY120" fmla="*/ 0 h 386734"/>
                <a:gd name="connsiteX121" fmla="*/ 475634 w 475634"/>
                <a:gd name="connsiteY121" fmla="*/ 15567 h 386734"/>
                <a:gd name="connsiteX122" fmla="*/ 460067 w 475634"/>
                <a:gd name="connsiteY122" fmla="*/ 31134 h 386734"/>
                <a:gd name="connsiteX123" fmla="*/ 444500 w 475634"/>
                <a:gd name="connsiteY123" fmla="*/ 15567 h 386734"/>
                <a:gd name="connsiteX124" fmla="*/ 460067 w 475634"/>
                <a:gd name="connsiteY124" fmla="*/ 0 h 386734"/>
                <a:gd name="connsiteX125" fmla="*/ 371167 w 475634"/>
                <a:gd name="connsiteY125" fmla="*/ 0 h 386734"/>
                <a:gd name="connsiteX126" fmla="*/ 386734 w 475634"/>
                <a:gd name="connsiteY126" fmla="*/ 15567 h 386734"/>
                <a:gd name="connsiteX127" fmla="*/ 371167 w 475634"/>
                <a:gd name="connsiteY127" fmla="*/ 31134 h 386734"/>
                <a:gd name="connsiteX128" fmla="*/ 355600 w 475634"/>
                <a:gd name="connsiteY128" fmla="*/ 15567 h 386734"/>
                <a:gd name="connsiteX129" fmla="*/ 371167 w 475634"/>
                <a:gd name="connsiteY129" fmla="*/ 0 h 386734"/>
                <a:gd name="connsiteX130" fmla="*/ 282267 w 475634"/>
                <a:gd name="connsiteY130" fmla="*/ 0 h 386734"/>
                <a:gd name="connsiteX131" fmla="*/ 297834 w 475634"/>
                <a:gd name="connsiteY131" fmla="*/ 15567 h 386734"/>
                <a:gd name="connsiteX132" fmla="*/ 282267 w 475634"/>
                <a:gd name="connsiteY132" fmla="*/ 31134 h 386734"/>
                <a:gd name="connsiteX133" fmla="*/ 266700 w 475634"/>
                <a:gd name="connsiteY133" fmla="*/ 15567 h 386734"/>
                <a:gd name="connsiteX134" fmla="*/ 282267 w 475634"/>
                <a:gd name="connsiteY134" fmla="*/ 0 h 386734"/>
                <a:gd name="connsiteX135" fmla="*/ 193367 w 475634"/>
                <a:gd name="connsiteY135" fmla="*/ 0 h 386734"/>
                <a:gd name="connsiteX136" fmla="*/ 208934 w 475634"/>
                <a:gd name="connsiteY136" fmla="*/ 15567 h 386734"/>
                <a:gd name="connsiteX137" fmla="*/ 193367 w 475634"/>
                <a:gd name="connsiteY137" fmla="*/ 31134 h 386734"/>
                <a:gd name="connsiteX138" fmla="*/ 177800 w 475634"/>
                <a:gd name="connsiteY138" fmla="*/ 15567 h 386734"/>
                <a:gd name="connsiteX139" fmla="*/ 193367 w 475634"/>
                <a:gd name="connsiteY139" fmla="*/ 0 h 386734"/>
                <a:gd name="connsiteX140" fmla="*/ 104467 w 475634"/>
                <a:gd name="connsiteY140" fmla="*/ 0 h 386734"/>
                <a:gd name="connsiteX141" fmla="*/ 120034 w 475634"/>
                <a:gd name="connsiteY141" fmla="*/ 15567 h 386734"/>
                <a:gd name="connsiteX142" fmla="*/ 104467 w 475634"/>
                <a:gd name="connsiteY142" fmla="*/ 31134 h 386734"/>
                <a:gd name="connsiteX143" fmla="*/ 88900 w 475634"/>
                <a:gd name="connsiteY143" fmla="*/ 15567 h 386734"/>
                <a:gd name="connsiteX144" fmla="*/ 104467 w 475634"/>
                <a:gd name="connsiteY144" fmla="*/ 0 h 386734"/>
                <a:gd name="connsiteX145" fmla="*/ 15567 w 475634"/>
                <a:gd name="connsiteY145" fmla="*/ 0 h 386734"/>
                <a:gd name="connsiteX146" fmla="*/ 31134 w 475634"/>
                <a:gd name="connsiteY146" fmla="*/ 15567 h 386734"/>
                <a:gd name="connsiteX147" fmla="*/ 15567 w 475634"/>
                <a:gd name="connsiteY147" fmla="*/ 31134 h 386734"/>
                <a:gd name="connsiteX148" fmla="*/ 0 w 475634"/>
                <a:gd name="connsiteY148" fmla="*/ 15567 h 386734"/>
                <a:gd name="connsiteX149" fmla="*/ 15567 w 475634"/>
                <a:gd name="connsiteY149" fmla="*/ 0 h 38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475634" h="386734">
                  <a:moveTo>
                    <a:pt x="460067" y="355600"/>
                  </a:moveTo>
                  <a:cubicBezTo>
                    <a:pt x="468664" y="355600"/>
                    <a:pt x="475634" y="362570"/>
                    <a:pt x="475634" y="371167"/>
                  </a:cubicBezTo>
                  <a:cubicBezTo>
                    <a:pt x="475634" y="379764"/>
                    <a:pt x="468664" y="386734"/>
                    <a:pt x="460067" y="386734"/>
                  </a:cubicBezTo>
                  <a:cubicBezTo>
                    <a:pt x="451470" y="386734"/>
                    <a:pt x="444500" y="379764"/>
                    <a:pt x="444500" y="371167"/>
                  </a:cubicBezTo>
                  <a:cubicBezTo>
                    <a:pt x="444500" y="362570"/>
                    <a:pt x="451470" y="355600"/>
                    <a:pt x="460067" y="355600"/>
                  </a:cubicBezTo>
                  <a:close/>
                  <a:moveTo>
                    <a:pt x="371167" y="355600"/>
                  </a:moveTo>
                  <a:cubicBezTo>
                    <a:pt x="379764" y="355600"/>
                    <a:pt x="386734" y="362570"/>
                    <a:pt x="386734" y="371167"/>
                  </a:cubicBezTo>
                  <a:cubicBezTo>
                    <a:pt x="386734" y="379764"/>
                    <a:pt x="379764" y="386734"/>
                    <a:pt x="371167" y="386734"/>
                  </a:cubicBezTo>
                  <a:cubicBezTo>
                    <a:pt x="362570" y="386734"/>
                    <a:pt x="355600" y="379764"/>
                    <a:pt x="355600" y="371167"/>
                  </a:cubicBezTo>
                  <a:cubicBezTo>
                    <a:pt x="355600" y="362570"/>
                    <a:pt x="362570" y="355600"/>
                    <a:pt x="371167" y="355600"/>
                  </a:cubicBezTo>
                  <a:close/>
                  <a:moveTo>
                    <a:pt x="282267" y="355600"/>
                  </a:moveTo>
                  <a:cubicBezTo>
                    <a:pt x="290864" y="355600"/>
                    <a:pt x="297834" y="362570"/>
                    <a:pt x="297834" y="371167"/>
                  </a:cubicBezTo>
                  <a:cubicBezTo>
                    <a:pt x="297834" y="379764"/>
                    <a:pt x="290864" y="386734"/>
                    <a:pt x="282267" y="386734"/>
                  </a:cubicBezTo>
                  <a:cubicBezTo>
                    <a:pt x="273670" y="386734"/>
                    <a:pt x="266700" y="379764"/>
                    <a:pt x="266700" y="371167"/>
                  </a:cubicBezTo>
                  <a:cubicBezTo>
                    <a:pt x="266700" y="362570"/>
                    <a:pt x="273670" y="355600"/>
                    <a:pt x="282267" y="355600"/>
                  </a:cubicBezTo>
                  <a:close/>
                  <a:moveTo>
                    <a:pt x="193367" y="355600"/>
                  </a:moveTo>
                  <a:cubicBezTo>
                    <a:pt x="201964" y="355600"/>
                    <a:pt x="208934" y="362570"/>
                    <a:pt x="208934" y="371167"/>
                  </a:cubicBezTo>
                  <a:cubicBezTo>
                    <a:pt x="208934" y="379764"/>
                    <a:pt x="201964" y="386734"/>
                    <a:pt x="193367" y="386734"/>
                  </a:cubicBezTo>
                  <a:cubicBezTo>
                    <a:pt x="184770" y="386734"/>
                    <a:pt x="177800" y="379764"/>
                    <a:pt x="177800" y="371167"/>
                  </a:cubicBezTo>
                  <a:cubicBezTo>
                    <a:pt x="177800" y="362570"/>
                    <a:pt x="184770" y="355600"/>
                    <a:pt x="193367" y="355600"/>
                  </a:cubicBezTo>
                  <a:close/>
                  <a:moveTo>
                    <a:pt x="104467" y="355600"/>
                  </a:moveTo>
                  <a:cubicBezTo>
                    <a:pt x="113064" y="355600"/>
                    <a:pt x="120034" y="362570"/>
                    <a:pt x="120034" y="371167"/>
                  </a:cubicBezTo>
                  <a:cubicBezTo>
                    <a:pt x="120034" y="379764"/>
                    <a:pt x="113064" y="386734"/>
                    <a:pt x="104467" y="386734"/>
                  </a:cubicBezTo>
                  <a:cubicBezTo>
                    <a:pt x="95870" y="386734"/>
                    <a:pt x="88900" y="379764"/>
                    <a:pt x="88900" y="371167"/>
                  </a:cubicBezTo>
                  <a:cubicBezTo>
                    <a:pt x="88900" y="362570"/>
                    <a:pt x="95870" y="355600"/>
                    <a:pt x="104467" y="355600"/>
                  </a:cubicBezTo>
                  <a:close/>
                  <a:moveTo>
                    <a:pt x="15567" y="355600"/>
                  </a:moveTo>
                  <a:cubicBezTo>
                    <a:pt x="24164" y="355600"/>
                    <a:pt x="31134" y="362570"/>
                    <a:pt x="31134" y="371167"/>
                  </a:cubicBezTo>
                  <a:cubicBezTo>
                    <a:pt x="31134" y="379764"/>
                    <a:pt x="24164" y="386734"/>
                    <a:pt x="15567" y="386734"/>
                  </a:cubicBezTo>
                  <a:cubicBezTo>
                    <a:pt x="6970" y="386734"/>
                    <a:pt x="0" y="379764"/>
                    <a:pt x="0" y="371167"/>
                  </a:cubicBezTo>
                  <a:cubicBezTo>
                    <a:pt x="0" y="362570"/>
                    <a:pt x="6970" y="355600"/>
                    <a:pt x="15567" y="355600"/>
                  </a:cubicBezTo>
                  <a:close/>
                  <a:moveTo>
                    <a:pt x="460067" y="266700"/>
                  </a:moveTo>
                  <a:cubicBezTo>
                    <a:pt x="468664" y="266700"/>
                    <a:pt x="475634" y="273670"/>
                    <a:pt x="475634" y="282267"/>
                  </a:cubicBezTo>
                  <a:cubicBezTo>
                    <a:pt x="475634" y="290864"/>
                    <a:pt x="468664" y="297834"/>
                    <a:pt x="460067" y="297834"/>
                  </a:cubicBezTo>
                  <a:cubicBezTo>
                    <a:pt x="451470" y="297834"/>
                    <a:pt x="444500" y="290864"/>
                    <a:pt x="444500" y="282267"/>
                  </a:cubicBezTo>
                  <a:cubicBezTo>
                    <a:pt x="444500" y="273670"/>
                    <a:pt x="451470" y="266700"/>
                    <a:pt x="460067" y="266700"/>
                  </a:cubicBezTo>
                  <a:close/>
                  <a:moveTo>
                    <a:pt x="371167" y="266700"/>
                  </a:moveTo>
                  <a:cubicBezTo>
                    <a:pt x="379764" y="266700"/>
                    <a:pt x="386734" y="273670"/>
                    <a:pt x="386734" y="282267"/>
                  </a:cubicBezTo>
                  <a:cubicBezTo>
                    <a:pt x="386734" y="290864"/>
                    <a:pt x="379764" y="297834"/>
                    <a:pt x="371167" y="297834"/>
                  </a:cubicBezTo>
                  <a:cubicBezTo>
                    <a:pt x="362570" y="297834"/>
                    <a:pt x="355600" y="290864"/>
                    <a:pt x="355600" y="282267"/>
                  </a:cubicBezTo>
                  <a:cubicBezTo>
                    <a:pt x="355600" y="273670"/>
                    <a:pt x="362570" y="266700"/>
                    <a:pt x="371167" y="266700"/>
                  </a:cubicBezTo>
                  <a:close/>
                  <a:moveTo>
                    <a:pt x="282267" y="266700"/>
                  </a:moveTo>
                  <a:cubicBezTo>
                    <a:pt x="290864" y="266700"/>
                    <a:pt x="297834" y="273670"/>
                    <a:pt x="297834" y="282267"/>
                  </a:cubicBezTo>
                  <a:cubicBezTo>
                    <a:pt x="297834" y="290864"/>
                    <a:pt x="290864" y="297834"/>
                    <a:pt x="282267" y="297834"/>
                  </a:cubicBezTo>
                  <a:cubicBezTo>
                    <a:pt x="273670" y="297834"/>
                    <a:pt x="266700" y="290864"/>
                    <a:pt x="266700" y="282267"/>
                  </a:cubicBezTo>
                  <a:cubicBezTo>
                    <a:pt x="266700" y="273670"/>
                    <a:pt x="273670" y="266700"/>
                    <a:pt x="282267" y="266700"/>
                  </a:cubicBezTo>
                  <a:close/>
                  <a:moveTo>
                    <a:pt x="193367" y="266700"/>
                  </a:moveTo>
                  <a:cubicBezTo>
                    <a:pt x="201964" y="266700"/>
                    <a:pt x="208934" y="273670"/>
                    <a:pt x="208934" y="282267"/>
                  </a:cubicBezTo>
                  <a:cubicBezTo>
                    <a:pt x="208934" y="290864"/>
                    <a:pt x="201964" y="297834"/>
                    <a:pt x="193367" y="297834"/>
                  </a:cubicBezTo>
                  <a:cubicBezTo>
                    <a:pt x="184770" y="297834"/>
                    <a:pt x="177800" y="290864"/>
                    <a:pt x="177800" y="282267"/>
                  </a:cubicBezTo>
                  <a:cubicBezTo>
                    <a:pt x="177800" y="273670"/>
                    <a:pt x="184770" y="266700"/>
                    <a:pt x="193367" y="266700"/>
                  </a:cubicBezTo>
                  <a:close/>
                  <a:moveTo>
                    <a:pt x="104467" y="266700"/>
                  </a:moveTo>
                  <a:cubicBezTo>
                    <a:pt x="113064" y="266700"/>
                    <a:pt x="120034" y="273670"/>
                    <a:pt x="120034" y="282267"/>
                  </a:cubicBezTo>
                  <a:cubicBezTo>
                    <a:pt x="120034" y="290864"/>
                    <a:pt x="113064" y="297834"/>
                    <a:pt x="104467" y="297834"/>
                  </a:cubicBezTo>
                  <a:cubicBezTo>
                    <a:pt x="95870" y="297834"/>
                    <a:pt x="88900" y="290864"/>
                    <a:pt x="88900" y="282267"/>
                  </a:cubicBezTo>
                  <a:cubicBezTo>
                    <a:pt x="88900" y="273670"/>
                    <a:pt x="95870" y="266700"/>
                    <a:pt x="104467" y="266700"/>
                  </a:cubicBezTo>
                  <a:close/>
                  <a:moveTo>
                    <a:pt x="15567" y="266700"/>
                  </a:moveTo>
                  <a:cubicBezTo>
                    <a:pt x="24164" y="266700"/>
                    <a:pt x="31134" y="273670"/>
                    <a:pt x="31134" y="282267"/>
                  </a:cubicBezTo>
                  <a:cubicBezTo>
                    <a:pt x="31134" y="290864"/>
                    <a:pt x="24164" y="297834"/>
                    <a:pt x="15567" y="297834"/>
                  </a:cubicBezTo>
                  <a:cubicBezTo>
                    <a:pt x="6970" y="297834"/>
                    <a:pt x="0" y="290864"/>
                    <a:pt x="0" y="282267"/>
                  </a:cubicBezTo>
                  <a:cubicBezTo>
                    <a:pt x="0" y="273670"/>
                    <a:pt x="6970" y="266700"/>
                    <a:pt x="15567" y="266700"/>
                  </a:cubicBezTo>
                  <a:close/>
                  <a:moveTo>
                    <a:pt x="460067" y="177800"/>
                  </a:moveTo>
                  <a:cubicBezTo>
                    <a:pt x="468664" y="177800"/>
                    <a:pt x="475634" y="184770"/>
                    <a:pt x="475634" y="193367"/>
                  </a:cubicBezTo>
                  <a:cubicBezTo>
                    <a:pt x="475634" y="201964"/>
                    <a:pt x="468664" y="208934"/>
                    <a:pt x="460067" y="208934"/>
                  </a:cubicBezTo>
                  <a:cubicBezTo>
                    <a:pt x="451470" y="208934"/>
                    <a:pt x="444500" y="201964"/>
                    <a:pt x="444500" y="193367"/>
                  </a:cubicBezTo>
                  <a:cubicBezTo>
                    <a:pt x="444500" y="184770"/>
                    <a:pt x="451470" y="177800"/>
                    <a:pt x="460067" y="177800"/>
                  </a:cubicBezTo>
                  <a:close/>
                  <a:moveTo>
                    <a:pt x="371167" y="177800"/>
                  </a:moveTo>
                  <a:cubicBezTo>
                    <a:pt x="379764" y="177800"/>
                    <a:pt x="386734" y="184770"/>
                    <a:pt x="386734" y="193367"/>
                  </a:cubicBezTo>
                  <a:cubicBezTo>
                    <a:pt x="386734" y="201964"/>
                    <a:pt x="379764" y="208934"/>
                    <a:pt x="371167" y="208934"/>
                  </a:cubicBezTo>
                  <a:cubicBezTo>
                    <a:pt x="362570" y="208934"/>
                    <a:pt x="355600" y="201964"/>
                    <a:pt x="355600" y="193367"/>
                  </a:cubicBezTo>
                  <a:cubicBezTo>
                    <a:pt x="355600" y="184770"/>
                    <a:pt x="362570" y="177800"/>
                    <a:pt x="371167" y="177800"/>
                  </a:cubicBezTo>
                  <a:close/>
                  <a:moveTo>
                    <a:pt x="282267" y="177800"/>
                  </a:moveTo>
                  <a:cubicBezTo>
                    <a:pt x="290864" y="177800"/>
                    <a:pt x="297834" y="184770"/>
                    <a:pt x="297834" y="193367"/>
                  </a:cubicBezTo>
                  <a:cubicBezTo>
                    <a:pt x="297834" y="201964"/>
                    <a:pt x="290864" y="208934"/>
                    <a:pt x="282267" y="208934"/>
                  </a:cubicBezTo>
                  <a:cubicBezTo>
                    <a:pt x="273670" y="208934"/>
                    <a:pt x="266700" y="201964"/>
                    <a:pt x="266700" y="193367"/>
                  </a:cubicBezTo>
                  <a:cubicBezTo>
                    <a:pt x="266700" y="184770"/>
                    <a:pt x="273670" y="177800"/>
                    <a:pt x="282267" y="177800"/>
                  </a:cubicBezTo>
                  <a:close/>
                  <a:moveTo>
                    <a:pt x="193367" y="177800"/>
                  </a:moveTo>
                  <a:cubicBezTo>
                    <a:pt x="201964" y="177800"/>
                    <a:pt x="208934" y="184770"/>
                    <a:pt x="208934" y="193367"/>
                  </a:cubicBezTo>
                  <a:cubicBezTo>
                    <a:pt x="208934" y="201964"/>
                    <a:pt x="201964" y="208934"/>
                    <a:pt x="193367" y="208934"/>
                  </a:cubicBezTo>
                  <a:cubicBezTo>
                    <a:pt x="184770" y="208934"/>
                    <a:pt x="177800" y="201964"/>
                    <a:pt x="177800" y="193367"/>
                  </a:cubicBezTo>
                  <a:cubicBezTo>
                    <a:pt x="177800" y="184770"/>
                    <a:pt x="184770" y="177800"/>
                    <a:pt x="193367" y="177800"/>
                  </a:cubicBezTo>
                  <a:close/>
                  <a:moveTo>
                    <a:pt x="104467" y="177800"/>
                  </a:moveTo>
                  <a:cubicBezTo>
                    <a:pt x="113064" y="177800"/>
                    <a:pt x="120034" y="184770"/>
                    <a:pt x="120034" y="193367"/>
                  </a:cubicBezTo>
                  <a:cubicBezTo>
                    <a:pt x="120034" y="201964"/>
                    <a:pt x="113064" y="208934"/>
                    <a:pt x="104467" y="208934"/>
                  </a:cubicBezTo>
                  <a:cubicBezTo>
                    <a:pt x="95870" y="208934"/>
                    <a:pt x="88900" y="201964"/>
                    <a:pt x="88900" y="193367"/>
                  </a:cubicBezTo>
                  <a:cubicBezTo>
                    <a:pt x="88900" y="184770"/>
                    <a:pt x="95870" y="177800"/>
                    <a:pt x="104467" y="177800"/>
                  </a:cubicBezTo>
                  <a:close/>
                  <a:moveTo>
                    <a:pt x="15567" y="177800"/>
                  </a:moveTo>
                  <a:cubicBezTo>
                    <a:pt x="24164" y="177800"/>
                    <a:pt x="31134" y="184770"/>
                    <a:pt x="31134" y="193367"/>
                  </a:cubicBezTo>
                  <a:cubicBezTo>
                    <a:pt x="31134" y="201964"/>
                    <a:pt x="24164" y="208934"/>
                    <a:pt x="15567" y="208934"/>
                  </a:cubicBezTo>
                  <a:cubicBezTo>
                    <a:pt x="6970" y="208934"/>
                    <a:pt x="0" y="201964"/>
                    <a:pt x="0" y="193367"/>
                  </a:cubicBezTo>
                  <a:cubicBezTo>
                    <a:pt x="0" y="184770"/>
                    <a:pt x="6970" y="177800"/>
                    <a:pt x="15567" y="177800"/>
                  </a:cubicBezTo>
                  <a:close/>
                  <a:moveTo>
                    <a:pt x="460067" y="88900"/>
                  </a:moveTo>
                  <a:cubicBezTo>
                    <a:pt x="468664" y="88900"/>
                    <a:pt x="475634" y="95870"/>
                    <a:pt x="475634" y="104467"/>
                  </a:cubicBezTo>
                  <a:cubicBezTo>
                    <a:pt x="475634" y="113064"/>
                    <a:pt x="468664" y="120034"/>
                    <a:pt x="460067" y="120034"/>
                  </a:cubicBezTo>
                  <a:cubicBezTo>
                    <a:pt x="451470" y="120034"/>
                    <a:pt x="444500" y="113064"/>
                    <a:pt x="444500" y="104467"/>
                  </a:cubicBezTo>
                  <a:cubicBezTo>
                    <a:pt x="444500" y="95870"/>
                    <a:pt x="451470" y="88900"/>
                    <a:pt x="460067" y="88900"/>
                  </a:cubicBezTo>
                  <a:close/>
                  <a:moveTo>
                    <a:pt x="371167" y="88900"/>
                  </a:moveTo>
                  <a:cubicBezTo>
                    <a:pt x="379764" y="88900"/>
                    <a:pt x="386734" y="95870"/>
                    <a:pt x="386734" y="104467"/>
                  </a:cubicBezTo>
                  <a:cubicBezTo>
                    <a:pt x="386734" y="113064"/>
                    <a:pt x="379764" y="120034"/>
                    <a:pt x="371167" y="120034"/>
                  </a:cubicBezTo>
                  <a:cubicBezTo>
                    <a:pt x="362570" y="120034"/>
                    <a:pt x="355600" y="113064"/>
                    <a:pt x="355600" y="104467"/>
                  </a:cubicBezTo>
                  <a:cubicBezTo>
                    <a:pt x="355600" y="95870"/>
                    <a:pt x="362570" y="88900"/>
                    <a:pt x="371167" y="88900"/>
                  </a:cubicBezTo>
                  <a:close/>
                  <a:moveTo>
                    <a:pt x="282267" y="88900"/>
                  </a:moveTo>
                  <a:cubicBezTo>
                    <a:pt x="290864" y="88900"/>
                    <a:pt x="297834" y="95870"/>
                    <a:pt x="297834" y="104467"/>
                  </a:cubicBezTo>
                  <a:cubicBezTo>
                    <a:pt x="297834" y="113064"/>
                    <a:pt x="290864" y="120034"/>
                    <a:pt x="282267" y="120034"/>
                  </a:cubicBezTo>
                  <a:cubicBezTo>
                    <a:pt x="273670" y="120034"/>
                    <a:pt x="266700" y="113064"/>
                    <a:pt x="266700" y="104467"/>
                  </a:cubicBezTo>
                  <a:cubicBezTo>
                    <a:pt x="266700" y="95870"/>
                    <a:pt x="273670" y="88900"/>
                    <a:pt x="282267" y="88900"/>
                  </a:cubicBezTo>
                  <a:close/>
                  <a:moveTo>
                    <a:pt x="193367" y="88900"/>
                  </a:moveTo>
                  <a:cubicBezTo>
                    <a:pt x="201964" y="88900"/>
                    <a:pt x="208934" y="95870"/>
                    <a:pt x="208934" y="104467"/>
                  </a:cubicBezTo>
                  <a:cubicBezTo>
                    <a:pt x="208934" y="113064"/>
                    <a:pt x="201964" y="120034"/>
                    <a:pt x="193367" y="120034"/>
                  </a:cubicBezTo>
                  <a:cubicBezTo>
                    <a:pt x="184770" y="120034"/>
                    <a:pt x="177800" y="113064"/>
                    <a:pt x="177800" y="104467"/>
                  </a:cubicBezTo>
                  <a:cubicBezTo>
                    <a:pt x="177800" y="95870"/>
                    <a:pt x="184770" y="88900"/>
                    <a:pt x="193367" y="88900"/>
                  </a:cubicBezTo>
                  <a:close/>
                  <a:moveTo>
                    <a:pt x="104467" y="88900"/>
                  </a:moveTo>
                  <a:cubicBezTo>
                    <a:pt x="113064" y="88900"/>
                    <a:pt x="120034" y="95870"/>
                    <a:pt x="120034" y="104467"/>
                  </a:cubicBezTo>
                  <a:cubicBezTo>
                    <a:pt x="120034" y="113064"/>
                    <a:pt x="113064" y="120034"/>
                    <a:pt x="104467" y="120034"/>
                  </a:cubicBezTo>
                  <a:cubicBezTo>
                    <a:pt x="95870" y="120034"/>
                    <a:pt x="88900" y="113064"/>
                    <a:pt x="88900" y="104467"/>
                  </a:cubicBezTo>
                  <a:cubicBezTo>
                    <a:pt x="88900" y="95870"/>
                    <a:pt x="95870" y="88900"/>
                    <a:pt x="104467" y="88900"/>
                  </a:cubicBezTo>
                  <a:close/>
                  <a:moveTo>
                    <a:pt x="15567" y="88900"/>
                  </a:moveTo>
                  <a:cubicBezTo>
                    <a:pt x="24164" y="88900"/>
                    <a:pt x="31134" y="95870"/>
                    <a:pt x="31134" y="104467"/>
                  </a:cubicBezTo>
                  <a:cubicBezTo>
                    <a:pt x="31134" y="113064"/>
                    <a:pt x="24164" y="120034"/>
                    <a:pt x="15567" y="120034"/>
                  </a:cubicBezTo>
                  <a:cubicBezTo>
                    <a:pt x="6970" y="120034"/>
                    <a:pt x="0" y="113064"/>
                    <a:pt x="0" y="104467"/>
                  </a:cubicBezTo>
                  <a:cubicBezTo>
                    <a:pt x="0" y="95870"/>
                    <a:pt x="6970" y="88900"/>
                    <a:pt x="15567" y="88900"/>
                  </a:cubicBezTo>
                  <a:close/>
                  <a:moveTo>
                    <a:pt x="460067" y="0"/>
                  </a:moveTo>
                  <a:cubicBezTo>
                    <a:pt x="468664" y="0"/>
                    <a:pt x="475634" y="6970"/>
                    <a:pt x="475634" y="15567"/>
                  </a:cubicBezTo>
                  <a:cubicBezTo>
                    <a:pt x="475634" y="24164"/>
                    <a:pt x="468664" y="31134"/>
                    <a:pt x="460067" y="31134"/>
                  </a:cubicBezTo>
                  <a:cubicBezTo>
                    <a:pt x="451470" y="31134"/>
                    <a:pt x="444500" y="24164"/>
                    <a:pt x="444500" y="15567"/>
                  </a:cubicBezTo>
                  <a:cubicBezTo>
                    <a:pt x="444500" y="6970"/>
                    <a:pt x="451470" y="0"/>
                    <a:pt x="460067" y="0"/>
                  </a:cubicBezTo>
                  <a:close/>
                  <a:moveTo>
                    <a:pt x="371167" y="0"/>
                  </a:moveTo>
                  <a:cubicBezTo>
                    <a:pt x="379764" y="0"/>
                    <a:pt x="386734" y="6970"/>
                    <a:pt x="386734" y="15567"/>
                  </a:cubicBezTo>
                  <a:cubicBezTo>
                    <a:pt x="386734" y="24164"/>
                    <a:pt x="379764" y="31134"/>
                    <a:pt x="371167" y="31134"/>
                  </a:cubicBezTo>
                  <a:cubicBezTo>
                    <a:pt x="362570" y="31134"/>
                    <a:pt x="355600" y="24164"/>
                    <a:pt x="355600" y="15567"/>
                  </a:cubicBezTo>
                  <a:cubicBezTo>
                    <a:pt x="355600" y="6970"/>
                    <a:pt x="362570" y="0"/>
                    <a:pt x="371167" y="0"/>
                  </a:cubicBezTo>
                  <a:close/>
                  <a:moveTo>
                    <a:pt x="282267" y="0"/>
                  </a:moveTo>
                  <a:cubicBezTo>
                    <a:pt x="290864" y="0"/>
                    <a:pt x="297834" y="6970"/>
                    <a:pt x="297834" y="15567"/>
                  </a:cubicBezTo>
                  <a:cubicBezTo>
                    <a:pt x="297834" y="24164"/>
                    <a:pt x="290864" y="31134"/>
                    <a:pt x="282267" y="31134"/>
                  </a:cubicBezTo>
                  <a:cubicBezTo>
                    <a:pt x="273670" y="31134"/>
                    <a:pt x="266700" y="24164"/>
                    <a:pt x="266700" y="15567"/>
                  </a:cubicBezTo>
                  <a:cubicBezTo>
                    <a:pt x="266700" y="6970"/>
                    <a:pt x="273670" y="0"/>
                    <a:pt x="282267" y="0"/>
                  </a:cubicBezTo>
                  <a:close/>
                  <a:moveTo>
                    <a:pt x="193367" y="0"/>
                  </a:moveTo>
                  <a:cubicBezTo>
                    <a:pt x="201964" y="0"/>
                    <a:pt x="208934" y="6970"/>
                    <a:pt x="208934" y="15567"/>
                  </a:cubicBezTo>
                  <a:cubicBezTo>
                    <a:pt x="208934" y="24164"/>
                    <a:pt x="201964" y="31134"/>
                    <a:pt x="193367" y="31134"/>
                  </a:cubicBezTo>
                  <a:cubicBezTo>
                    <a:pt x="184770" y="31134"/>
                    <a:pt x="177800" y="24164"/>
                    <a:pt x="177800" y="15567"/>
                  </a:cubicBezTo>
                  <a:cubicBezTo>
                    <a:pt x="177800" y="6970"/>
                    <a:pt x="184770" y="0"/>
                    <a:pt x="193367" y="0"/>
                  </a:cubicBezTo>
                  <a:close/>
                  <a:moveTo>
                    <a:pt x="104467" y="0"/>
                  </a:moveTo>
                  <a:cubicBezTo>
                    <a:pt x="113064" y="0"/>
                    <a:pt x="120034" y="6970"/>
                    <a:pt x="120034" y="15567"/>
                  </a:cubicBezTo>
                  <a:cubicBezTo>
                    <a:pt x="120034" y="24164"/>
                    <a:pt x="113064" y="31134"/>
                    <a:pt x="104467" y="31134"/>
                  </a:cubicBezTo>
                  <a:cubicBezTo>
                    <a:pt x="95870" y="31134"/>
                    <a:pt x="88900" y="24164"/>
                    <a:pt x="88900" y="15567"/>
                  </a:cubicBezTo>
                  <a:cubicBezTo>
                    <a:pt x="88900" y="6970"/>
                    <a:pt x="95870" y="0"/>
                    <a:pt x="104467" y="0"/>
                  </a:cubicBezTo>
                  <a:close/>
                  <a:moveTo>
                    <a:pt x="15567" y="0"/>
                  </a:moveTo>
                  <a:cubicBezTo>
                    <a:pt x="24164" y="0"/>
                    <a:pt x="31134" y="6970"/>
                    <a:pt x="31134" y="15567"/>
                  </a:cubicBezTo>
                  <a:cubicBezTo>
                    <a:pt x="31134" y="24164"/>
                    <a:pt x="24164" y="31134"/>
                    <a:pt x="15567" y="31134"/>
                  </a:cubicBezTo>
                  <a:cubicBezTo>
                    <a:pt x="6970" y="31134"/>
                    <a:pt x="0" y="24164"/>
                    <a:pt x="0" y="15567"/>
                  </a:cubicBezTo>
                  <a:cubicBezTo>
                    <a:pt x="0" y="6970"/>
                    <a:pt x="6970" y="0"/>
                    <a:pt x="15567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92000"/>
                  </a:schemeClr>
                </a:gs>
                <a:gs pos="65000">
                  <a:schemeClr val="bg1">
                    <a:alpha val="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pic>
        <p:nvPicPr>
          <p:cNvPr id="24" name="그림 2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19" b="1043"/>
          <a:stretch/>
        </p:blipFill>
        <p:spPr>
          <a:xfrm>
            <a:off x="283243" y="6415135"/>
            <a:ext cx="966437" cy="244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 userDrawn="1"/>
        </p:nvSpPr>
        <p:spPr>
          <a:xfrm>
            <a:off x="1017629" y="1785746"/>
            <a:ext cx="993862" cy="644557"/>
          </a:xfrm>
          <a:prstGeom prst="rect">
            <a:avLst/>
          </a:prstGeom>
          <a:noFill/>
        </p:spPr>
        <p:txBody>
          <a:bodyPr wrap="none" lIns="0" tIns="0" rIns="0" bIns="90000" rtlCol="0" anchor="b">
            <a:spAutoFit/>
          </a:bodyPr>
          <a:lstStyle/>
          <a:p>
            <a:pPr>
              <a:lnSpc>
                <a:spcPct val="105000"/>
              </a:lnSpc>
            </a:pPr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KoPub돋움체 Medium"/>
                <a:ea typeface="나눔스퀘어" panose="020B0600000101010101" pitchFamily="50" charset="-127"/>
              </a:rPr>
              <a:t>목 차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992560" y="2430303"/>
            <a:ext cx="1044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976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/>
        </p:nvSpPr>
        <p:spPr>
          <a:xfrm>
            <a:off x="324000" y="821151"/>
            <a:ext cx="1298432" cy="655008"/>
          </a:xfrm>
          <a:prstGeom prst="rect">
            <a:avLst/>
          </a:prstGeom>
          <a:noFill/>
        </p:spPr>
        <p:txBody>
          <a:bodyPr wrap="none" lIns="0" tIns="0" rIns="0" bIns="90000" rtlCol="0" anchor="b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ko-KR" sz="36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INDEX</a:t>
            </a:r>
            <a:endParaRPr lang="ko-KR" altLang="en-US" sz="360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24000" y="1476159"/>
            <a:ext cx="2358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8517396" y="6309320"/>
            <a:ext cx="11881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</p:spTree>
    <p:extLst>
      <p:ext uri="{BB962C8B-B14F-4D97-AF65-F5344CB8AC3E}">
        <p14:creationId xmlns:p14="http://schemas.microsoft.com/office/powerpoint/2010/main" val="263219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5650" y="6060956"/>
            <a:ext cx="1054699" cy="347502"/>
          </a:xfrm>
          <a:prstGeom prst="rect">
            <a:avLst/>
          </a:prstGeom>
        </p:spPr>
      </p:pic>
      <p:sp>
        <p:nvSpPr>
          <p:cNvPr id="8" name="Shape">
            <a:extLst>
              <a:ext uri="{FF2B5EF4-FFF2-40B4-BE49-F238E27FC236}">
                <a16:creationId xmlns:a16="http://schemas.microsoft.com/office/drawing/2014/main" id="{C0E59EF2-928E-C392-9412-A0CABBB5EB93}"/>
              </a:ext>
            </a:extLst>
          </p:cNvPr>
          <p:cNvSpPr/>
          <p:nvPr userDrawn="1"/>
        </p:nvSpPr>
        <p:spPr>
          <a:xfrm>
            <a:off x="0" y="2637692"/>
            <a:ext cx="9906001" cy="28966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02" extrusionOk="0">
                <a:moveTo>
                  <a:pt x="2646" y="20811"/>
                </a:moveTo>
                <a:cubicBezTo>
                  <a:pt x="2977" y="21074"/>
                  <a:pt x="3321" y="21202"/>
                  <a:pt x="3670" y="21202"/>
                </a:cubicBezTo>
                <a:cubicBezTo>
                  <a:pt x="4764" y="21202"/>
                  <a:pt x="5911" y="19942"/>
                  <a:pt x="6888" y="17593"/>
                </a:cubicBezTo>
                <a:cubicBezTo>
                  <a:pt x="7079" y="17132"/>
                  <a:pt x="7267" y="16627"/>
                  <a:pt x="7448" y="16139"/>
                </a:cubicBezTo>
                <a:cubicBezTo>
                  <a:pt x="7863" y="15024"/>
                  <a:pt x="8291" y="13871"/>
                  <a:pt x="8784" y="13202"/>
                </a:cubicBezTo>
                <a:cubicBezTo>
                  <a:pt x="9478" y="12263"/>
                  <a:pt x="10413" y="12585"/>
                  <a:pt x="10778" y="14750"/>
                </a:cubicBezTo>
                <a:cubicBezTo>
                  <a:pt x="10892" y="15425"/>
                  <a:pt x="10941" y="16231"/>
                  <a:pt x="10989" y="17010"/>
                </a:cubicBezTo>
                <a:cubicBezTo>
                  <a:pt x="11050" y="18018"/>
                  <a:pt x="11114" y="19059"/>
                  <a:pt x="11316" y="19872"/>
                </a:cubicBezTo>
                <a:cubicBezTo>
                  <a:pt x="11747" y="21600"/>
                  <a:pt x="12583" y="21355"/>
                  <a:pt x="13143" y="20119"/>
                </a:cubicBezTo>
                <a:cubicBezTo>
                  <a:pt x="13487" y="19359"/>
                  <a:pt x="13764" y="18319"/>
                  <a:pt x="14033" y="17314"/>
                </a:cubicBezTo>
                <a:cubicBezTo>
                  <a:pt x="14185" y="16743"/>
                  <a:pt x="14342" y="16153"/>
                  <a:pt x="14509" y="15625"/>
                </a:cubicBezTo>
                <a:cubicBezTo>
                  <a:pt x="15307" y="13103"/>
                  <a:pt x="16381" y="11769"/>
                  <a:pt x="17503" y="10516"/>
                </a:cubicBezTo>
                <a:lnTo>
                  <a:pt x="17596" y="10413"/>
                </a:lnTo>
                <a:cubicBezTo>
                  <a:pt x="18648" y="9240"/>
                  <a:pt x="19736" y="8027"/>
                  <a:pt x="20596" y="5636"/>
                </a:cubicBezTo>
                <a:cubicBezTo>
                  <a:pt x="21002" y="4508"/>
                  <a:pt x="21370" y="2959"/>
                  <a:pt x="21600" y="1213"/>
                </a:cubicBezTo>
                <a:lnTo>
                  <a:pt x="21600" y="0"/>
                </a:lnTo>
                <a:cubicBezTo>
                  <a:pt x="21404" y="2100"/>
                  <a:pt x="20985" y="3995"/>
                  <a:pt x="20514" y="5304"/>
                </a:cubicBezTo>
                <a:cubicBezTo>
                  <a:pt x="19672" y="7644"/>
                  <a:pt x="18596" y="8844"/>
                  <a:pt x="17556" y="10004"/>
                </a:cubicBezTo>
                <a:lnTo>
                  <a:pt x="17463" y="10108"/>
                </a:lnTo>
                <a:cubicBezTo>
                  <a:pt x="16326" y="11377"/>
                  <a:pt x="15238" y="12729"/>
                  <a:pt x="14421" y="15312"/>
                </a:cubicBezTo>
                <a:cubicBezTo>
                  <a:pt x="14250" y="15853"/>
                  <a:pt x="14091" y="16450"/>
                  <a:pt x="13937" y="17027"/>
                </a:cubicBezTo>
                <a:cubicBezTo>
                  <a:pt x="13674" y="18012"/>
                  <a:pt x="13402" y="19031"/>
                  <a:pt x="13072" y="19760"/>
                </a:cubicBezTo>
                <a:cubicBezTo>
                  <a:pt x="12559" y="20891"/>
                  <a:pt x="11800" y="21139"/>
                  <a:pt x="11415" y="19596"/>
                </a:cubicBezTo>
                <a:cubicBezTo>
                  <a:pt x="11233" y="18867"/>
                  <a:pt x="11176" y="17923"/>
                  <a:pt x="11114" y="16924"/>
                </a:cubicBezTo>
                <a:cubicBezTo>
                  <a:pt x="11065" y="16112"/>
                  <a:pt x="11013" y="15272"/>
                  <a:pt x="10890" y="14538"/>
                </a:cubicBezTo>
                <a:cubicBezTo>
                  <a:pt x="10490" y="12167"/>
                  <a:pt x="9481" y="11794"/>
                  <a:pt x="8736" y="12803"/>
                </a:cubicBezTo>
                <a:cubicBezTo>
                  <a:pt x="8225" y="13496"/>
                  <a:pt x="7789" y="14669"/>
                  <a:pt x="7368" y="15803"/>
                </a:cubicBezTo>
                <a:cubicBezTo>
                  <a:pt x="7188" y="16288"/>
                  <a:pt x="7002" y="16789"/>
                  <a:pt x="6813" y="17243"/>
                </a:cubicBezTo>
                <a:cubicBezTo>
                  <a:pt x="5554" y="20271"/>
                  <a:pt x="4008" y="21448"/>
                  <a:pt x="2676" y="20393"/>
                </a:cubicBezTo>
                <a:cubicBezTo>
                  <a:pt x="1782" y="19684"/>
                  <a:pt x="756" y="17426"/>
                  <a:pt x="0" y="14752"/>
                </a:cubicBezTo>
                <a:lnTo>
                  <a:pt x="0" y="15362"/>
                </a:lnTo>
                <a:cubicBezTo>
                  <a:pt x="764" y="17957"/>
                  <a:pt x="1767" y="20115"/>
                  <a:pt x="2646" y="20811"/>
                </a:cubicBezTo>
                <a:close/>
              </a:path>
            </a:pathLst>
          </a:custGeom>
          <a:gradFill flip="none" rotWithShape="1">
            <a:gsLst>
              <a:gs pos="100000">
                <a:srgbClr val="36A86F">
                  <a:alpha val="36000"/>
                </a:srgbClr>
              </a:gs>
              <a:gs pos="0">
                <a:schemeClr val="bg1"/>
              </a:gs>
            </a:gsLst>
            <a:lin ang="2400000" scaled="0"/>
            <a:tileRect/>
          </a:gradFill>
          <a:ln w="12700">
            <a:miter lim="400000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9" name="오각형 8"/>
          <p:cNvSpPr/>
          <p:nvPr userDrawn="1"/>
        </p:nvSpPr>
        <p:spPr>
          <a:xfrm rot="5400000">
            <a:off x="3491646" y="788255"/>
            <a:ext cx="2922710" cy="1346206"/>
          </a:xfrm>
          <a:prstGeom prst="homePlate">
            <a:avLst>
              <a:gd name="adj" fmla="val 0"/>
            </a:avLst>
          </a:prstGeom>
          <a:gradFill flip="none" rotWithShape="1">
            <a:gsLst>
              <a:gs pos="0">
                <a:srgbClr val="519AFF"/>
              </a:gs>
              <a:gs pos="55000">
                <a:srgbClr val="1EBC89">
                  <a:alpha val="86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502020204030204"/>
              <a:ea typeface="KoPub돋움체 Medium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33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/>
        </p:nvSpPr>
        <p:spPr>
          <a:xfrm>
            <a:off x="324000" y="803582"/>
            <a:ext cx="3590727" cy="672577"/>
          </a:xfrm>
          <a:prstGeom prst="rect">
            <a:avLst/>
          </a:prstGeom>
          <a:noFill/>
        </p:spPr>
        <p:txBody>
          <a:bodyPr wrap="none" lIns="0" tIns="0" rIns="0" bIns="90000" rtlCol="0" anchor="b">
            <a:spAutoFit/>
          </a:bodyPr>
          <a:lstStyle/>
          <a:p>
            <a:pPr>
              <a:lnSpc>
                <a:spcPct val="105000"/>
              </a:lnSpc>
            </a:pPr>
            <a:r>
              <a:rPr lang="ko-KR" altLang="en-US" sz="3600" dirty="0" err="1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차수별</a:t>
            </a:r>
            <a:r>
              <a:rPr lang="ko-KR" altLang="en-US" sz="360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만족도 결과</a:t>
            </a:r>
            <a:endParaRPr lang="ko-KR" altLang="en-US" sz="360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24000" y="1476159"/>
            <a:ext cx="2358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8517396" y="6309320"/>
            <a:ext cx="11881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</p:spTree>
    <p:extLst>
      <p:ext uri="{BB962C8B-B14F-4D97-AF65-F5344CB8AC3E}">
        <p14:creationId xmlns:p14="http://schemas.microsoft.com/office/powerpoint/2010/main" val="195090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만족도 결과 간지(N차수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오각형 5"/>
          <p:cNvSpPr/>
          <p:nvPr userDrawn="1"/>
        </p:nvSpPr>
        <p:spPr>
          <a:xfrm>
            <a:off x="-12477" y="2273672"/>
            <a:ext cx="9918117" cy="1224136"/>
          </a:xfrm>
          <a:prstGeom prst="homePlate">
            <a:avLst>
              <a:gd name="adj" fmla="val 0"/>
            </a:avLst>
          </a:prstGeom>
          <a:gradFill flip="none" rotWithShape="1">
            <a:gsLst>
              <a:gs pos="0">
                <a:srgbClr val="519AFF"/>
              </a:gs>
              <a:gs pos="55000">
                <a:srgbClr val="1EBC89">
                  <a:alpha val="86000"/>
                </a:srgbClr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tx2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502020204030204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236476" y="3320988"/>
            <a:ext cx="2844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776536" y="3320988"/>
            <a:ext cx="2844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 userDrawn="1"/>
        </p:nvSpPr>
        <p:spPr>
          <a:xfrm>
            <a:off x="162987" y="2420180"/>
            <a:ext cx="5943098" cy="756792"/>
          </a:xfrm>
          <a:prstGeom prst="rect">
            <a:avLst/>
          </a:prstGeom>
          <a:noFill/>
        </p:spPr>
        <p:txBody>
          <a:bodyPr wrap="square" lIns="0" tIns="190800" rIns="0" bIns="0" rtlCol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3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3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차수 만족도 결과</a:t>
            </a:r>
            <a:endParaRPr lang="en-US" altLang="ko-KR" sz="3600" spc="-5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498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만족도 결과 간지(N차수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오각형 5"/>
          <p:cNvSpPr/>
          <p:nvPr userDrawn="1"/>
        </p:nvSpPr>
        <p:spPr>
          <a:xfrm>
            <a:off x="-12477" y="2273672"/>
            <a:ext cx="9918117" cy="1224136"/>
          </a:xfrm>
          <a:prstGeom prst="homePlate">
            <a:avLst>
              <a:gd name="adj" fmla="val 0"/>
            </a:avLst>
          </a:prstGeom>
          <a:gradFill flip="none" rotWithShape="1">
            <a:gsLst>
              <a:gs pos="0">
                <a:srgbClr val="519AFF"/>
              </a:gs>
              <a:gs pos="55000">
                <a:srgbClr val="1EBC89">
                  <a:alpha val="86000"/>
                </a:srgbClr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tx2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502020204030204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236476" y="3320988"/>
            <a:ext cx="2844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776536" y="3320988"/>
            <a:ext cx="2844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 userDrawn="1"/>
        </p:nvSpPr>
        <p:spPr>
          <a:xfrm>
            <a:off x="162987" y="2420180"/>
            <a:ext cx="5943098" cy="774361"/>
          </a:xfrm>
          <a:prstGeom prst="rect">
            <a:avLst/>
          </a:prstGeom>
          <a:noFill/>
        </p:spPr>
        <p:txBody>
          <a:bodyPr wrap="square" lIns="0" tIns="190800" rIns="0" bIns="0" rtlCol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3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3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차수 만족도 결과</a:t>
            </a:r>
            <a:endParaRPr lang="en-US" altLang="ko-KR" sz="3600" spc="-5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630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만족도 결과 간지(N차수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오각형 5"/>
          <p:cNvSpPr/>
          <p:nvPr userDrawn="1"/>
        </p:nvSpPr>
        <p:spPr>
          <a:xfrm>
            <a:off x="-12477" y="2273672"/>
            <a:ext cx="9918117" cy="1224136"/>
          </a:xfrm>
          <a:prstGeom prst="homePlate">
            <a:avLst>
              <a:gd name="adj" fmla="val 0"/>
            </a:avLst>
          </a:prstGeom>
          <a:gradFill flip="none" rotWithShape="1">
            <a:gsLst>
              <a:gs pos="0">
                <a:srgbClr val="519AFF"/>
              </a:gs>
              <a:gs pos="55000">
                <a:srgbClr val="1EBC89">
                  <a:alpha val="86000"/>
                </a:srgbClr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tx2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502020204030204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236476" y="3320988"/>
            <a:ext cx="2844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776536" y="3320988"/>
            <a:ext cx="2844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 userDrawn="1"/>
        </p:nvSpPr>
        <p:spPr>
          <a:xfrm>
            <a:off x="162987" y="2420180"/>
            <a:ext cx="5943098" cy="774361"/>
          </a:xfrm>
          <a:prstGeom prst="rect">
            <a:avLst/>
          </a:prstGeom>
          <a:noFill/>
        </p:spPr>
        <p:txBody>
          <a:bodyPr wrap="square" lIns="0" tIns="190800" rIns="0" bIns="0" rtlCol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3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3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차수 만족도 결과</a:t>
            </a:r>
            <a:endParaRPr lang="en-US" altLang="ko-KR" sz="3600" spc="-5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59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만족도 결과 간지(N차수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오각형 5"/>
          <p:cNvSpPr/>
          <p:nvPr userDrawn="1"/>
        </p:nvSpPr>
        <p:spPr>
          <a:xfrm>
            <a:off x="-12477" y="2273672"/>
            <a:ext cx="9918117" cy="1224136"/>
          </a:xfrm>
          <a:prstGeom prst="homePlate">
            <a:avLst>
              <a:gd name="adj" fmla="val 0"/>
            </a:avLst>
          </a:prstGeom>
          <a:gradFill flip="none" rotWithShape="1">
            <a:gsLst>
              <a:gs pos="0">
                <a:srgbClr val="519AFF"/>
              </a:gs>
              <a:gs pos="55000">
                <a:srgbClr val="1EBC89">
                  <a:alpha val="86000"/>
                </a:srgbClr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tx2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502020204030204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236476" y="3320988"/>
            <a:ext cx="2844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776536" y="3320988"/>
            <a:ext cx="2844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73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만족도 결과 간지(N일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764868" y="2870653"/>
            <a:ext cx="6141132" cy="8463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 userDrawn="1"/>
        </p:nvSpPr>
        <p:spPr>
          <a:xfrm>
            <a:off x="3872880" y="2871106"/>
            <a:ext cx="5943098" cy="709728"/>
          </a:xfrm>
          <a:prstGeom prst="rect">
            <a:avLst/>
          </a:prstGeom>
          <a:noFill/>
        </p:spPr>
        <p:txBody>
          <a:bodyPr wrap="square" lIns="0" tIns="19080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3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3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일차 만족도 결과</a:t>
            </a:r>
            <a:endParaRPr lang="en-US" altLang="ko-KR" sz="3200" spc="-5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 flipV="1">
            <a:off x="3620852" y="3284984"/>
            <a:ext cx="3060340" cy="8860"/>
          </a:xfrm>
          <a:prstGeom prst="line">
            <a:avLst/>
          </a:prstGeom>
          <a:ln w="28575">
            <a:solidFill>
              <a:schemeClr val="bg1"/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988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만족도 결과 간지(N일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764868" y="2870653"/>
            <a:ext cx="6141132" cy="8463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 userDrawn="1"/>
        </p:nvSpPr>
        <p:spPr>
          <a:xfrm>
            <a:off x="3872880" y="2871106"/>
            <a:ext cx="5943098" cy="709728"/>
          </a:xfrm>
          <a:prstGeom prst="rect">
            <a:avLst/>
          </a:prstGeom>
          <a:noFill/>
        </p:spPr>
        <p:txBody>
          <a:bodyPr wrap="square" lIns="0" tIns="19080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3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3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일차 만족도 결과</a:t>
            </a:r>
            <a:endParaRPr lang="en-US" altLang="ko-KR" sz="3200" spc="-5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 flipV="1">
            <a:off x="3620852" y="3284984"/>
            <a:ext cx="3060340" cy="8860"/>
          </a:xfrm>
          <a:prstGeom prst="line">
            <a:avLst/>
          </a:prstGeom>
          <a:ln w="28575">
            <a:solidFill>
              <a:schemeClr val="bg1"/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577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만족도 결과 간지(N일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764868" y="2870653"/>
            <a:ext cx="6141132" cy="8463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 userDrawn="1"/>
        </p:nvSpPr>
        <p:spPr>
          <a:xfrm>
            <a:off x="3872880" y="2871106"/>
            <a:ext cx="5943098" cy="709728"/>
          </a:xfrm>
          <a:prstGeom prst="rect">
            <a:avLst/>
          </a:prstGeom>
          <a:noFill/>
        </p:spPr>
        <p:txBody>
          <a:bodyPr wrap="square" lIns="0" tIns="19080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3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3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일차 만족도 결과</a:t>
            </a:r>
            <a:endParaRPr lang="en-US" altLang="ko-KR" sz="3200" spc="-5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 flipV="1">
            <a:off x="3620852" y="3284984"/>
            <a:ext cx="3060340" cy="8860"/>
          </a:xfrm>
          <a:prstGeom prst="line">
            <a:avLst/>
          </a:prstGeom>
          <a:ln w="28575">
            <a:solidFill>
              <a:schemeClr val="bg1"/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304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캡션 없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B30CF6E-67A4-4567-9C59-493ED5EE144A}"/>
              </a:ext>
            </a:extLst>
          </p:cNvPr>
          <p:cNvSpPr txBox="1"/>
          <p:nvPr userDrawn="1"/>
        </p:nvSpPr>
        <p:spPr>
          <a:xfrm>
            <a:off x="8676474" y="144000"/>
            <a:ext cx="1014726" cy="25712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none" lIns="18000" tIns="10800" rIns="36000" bIns="0" rtlCol="0" anchor="t">
            <a:spAutoFit/>
          </a:bodyPr>
          <a:lstStyle/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고객사명</a:t>
            </a:r>
            <a: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_</a:t>
            </a:r>
            <a:r>
              <a:rPr lang="ko-KR" altLang="en-US" sz="800" spc="0" baseline="0" dirty="0" err="1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과정명</a:t>
            </a:r>
            <a:b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</a:b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과정운영 결과보고서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D2E497-DC81-4DB8-B1A5-BFC4C9FD87AD}"/>
              </a:ext>
            </a:extLst>
          </p:cNvPr>
          <p:cNvSpPr txBox="1"/>
          <p:nvPr userDrawn="1"/>
        </p:nvSpPr>
        <p:spPr>
          <a:xfrm>
            <a:off x="4657887" y="6552000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algn="ctr" defTabSz="457200" rtl="0" eaLnBrk="1" latinLnBrk="0" hangingPunct="1"/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 </a:t>
            </a:r>
            <a:fld id="{FE956E00-98D8-4B71-9451-472125E19CED}" type="slidenum">
              <a:rPr lang="ko-KR" altLang="en-US" sz="800" kern="1200" spc="0" smtClean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marL="0" algn="ctr" defTabSz="457200" rtl="0" eaLnBrk="1" latinLnBrk="0" hangingPunct="1"/>
              <a:t>‹#›</a:t>
            </a:fld>
            <a:r>
              <a:rPr lang="ko-KR" altLang="en-US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</a:t>
            </a:r>
            <a:endParaRPr lang="ko-KR" altLang="en-US" sz="800" kern="1200" spc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0"/>
              </a:gra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0" y="6498000"/>
            <a:ext cx="9907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308484" y="0"/>
            <a:ext cx="0" cy="797983"/>
          </a:xfrm>
          <a:prstGeom prst="line">
            <a:avLst/>
          </a:prstGeom>
          <a:ln w="12700">
            <a:solidFill>
              <a:srgbClr val="1EBC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 userDrawn="1"/>
        </p:nvSpPr>
        <p:spPr>
          <a:xfrm>
            <a:off x="448196" y="372418"/>
            <a:ext cx="14061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700" spc="-20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실시 개요</a:t>
            </a:r>
            <a:endParaRPr lang="ko-KR" altLang="en-US" sz="2700" dirty="0">
              <a:solidFill>
                <a:srgbClr val="36A86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8081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002">
          <p15:clr>
            <a:srgbClr val="9FCC3B"/>
          </p15:clr>
        </p15:guide>
        <p15:guide id="3" pos="3120">
          <p15:clr>
            <a:srgbClr val="FBAE40"/>
          </p15:clr>
        </p15:guide>
        <p15:guide id="4" pos="203">
          <p15:clr>
            <a:srgbClr val="9FCC3B"/>
          </p15:clr>
        </p15:guide>
        <p15:guide id="5" pos="6036">
          <p15:clr>
            <a:srgbClr val="9FCC3B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0" y="6498000"/>
            <a:ext cx="9907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그림 개체 틀 8">
            <a:extLst>
              <a:ext uri="{FF2B5EF4-FFF2-40B4-BE49-F238E27FC236}">
                <a16:creationId xmlns:a16="http://schemas.microsoft.com/office/drawing/2014/main" id="{B5BB7B75-4747-4FA3-B794-5ABCDBB070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16847" y="1543709"/>
            <a:ext cx="3372946" cy="477159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4" name="그림 개체 틀 8">
            <a:extLst>
              <a:ext uri="{FF2B5EF4-FFF2-40B4-BE49-F238E27FC236}">
                <a16:creationId xmlns:a16="http://schemas.microsoft.com/office/drawing/2014/main" id="{1F4A9F2C-6121-7341-A514-6A7B195DB6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63457" y="1543709"/>
            <a:ext cx="3372946" cy="477159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D2E497-DC81-4DB8-B1A5-BFC4C9FD87AD}"/>
              </a:ext>
            </a:extLst>
          </p:cNvPr>
          <p:cNvSpPr txBox="1"/>
          <p:nvPr userDrawn="1"/>
        </p:nvSpPr>
        <p:spPr>
          <a:xfrm>
            <a:off x="4657887" y="6552000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algn="ctr" defTabSz="457200" rtl="0" eaLnBrk="1" latinLnBrk="0" hangingPunct="1"/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 </a:t>
            </a:r>
            <a:fld id="{FE956E00-98D8-4B71-9451-472125E19CED}" type="slidenum">
              <a:rPr lang="ko-KR" altLang="en-US" sz="800" kern="1200" spc="0" smtClean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marL="0" algn="ctr" defTabSz="457200" rtl="0" eaLnBrk="1" latinLnBrk="0" hangingPunct="1"/>
              <a:t>‹#›</a:t>
            </a:fld>
            <a:r>
              <a:rPr lang="ko-KR" altLang="en-US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</a:t>
            </a:r>
            <a:endParaRPr lang="ko-KR" altLang="en-US" sz="800" kern="1200" spc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0"/>
              </a:gra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308484" y="0"/>
            <a:ext cx="0" cy="797983"/>
          </a:xfrm>
          <a:prstGeom prst="line">
            <a:avLst/>
          </a:prstGeom>
          <a:ln w="12700">
            <a:solidFill>
              <a:srgbClr val="1EBC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3">
            <a:extLst>
              <a:ext uri="{FF2B5EF4-FFF2-40B4-BE49-F238E27FC236}">
                <a16:creationId xmlns:a16="http://schemas.microsoft.com/office/drawing/2014/main" id="{573C4F1F-DE48-F3D9-D703-2BDCF6DE62A4}"/>
              </a:ext>
            </a:extLst>
          </p:cNvPr>
          <p:cNvSpPr/>
          <p:nvPr userDrawn="1"/>
        </p:nvSpPr>
        <p:spPr>
          <a:xfrm>
            <a:off x="322263" y="944724"/>
            <a:ext cx="9259887" cy="460524"/>
          </a:xfrm>
          <a:prstGeom prst="roundRect">
            <a:avLst>
              <a:gd name="adj" fmla="val 532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0" name="TextBox 224">
            <a:extLst>
              <a:ext uri="{FF2B5EF4-FFF2-40B4-BE49-F238E27FC236}">
                <a16:creationId xmlns:a16="http://schemas.microsoft.com/office/drawing/2014/main" id="{E8363737-0FA4-1F4A-BA95-CCC2C81FB5AC}"/>
              </a:ext>
            </a:extLst>
          </p:cNvPr>
          <p:cNvSpPr txBox="1"/>
          <p:nvPr userDrawn="1"/>
        </p:nvSpPr>
        <p:spPr>
          <a:xfrm>
            <a:off x="944503" y="1083186"/>
            <a:ext cx="2210816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algn="ctr" defTabSz="903124">
              <a:spcBef>
                <a:spcPts val="363"/>
              </a:spcBef>
              <a:defRPr sz="1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ko-KR" altLang="en-US" sz="14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교재</a:t>
            </a:r>
            <a:endParaRPr lang="en-US" altLang="ko-KR" sz="14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grpSp>
        <p:nvGrpSpPr>
          <p:cNvPr id="21" name="그래픽 2">
            <a:extLst>
              <a:ext uri="{FF2B5EF4-FFF2-40B4-BE49-F238E27FC236}">
                <a16:creationId xmlns:a16="http://schemas.microsoft.com/office/drawing/2014/main" id="{7AF37B85-DE63-A572-D86A-E2910E52142F}"/>
              </a:ext>
            </a:extLst>
          </p:cNvPr>
          <p:cNvGrpSpPr/>
          <p:nvPr userDrawn="1"/>
        </p:nvGrpSpPr>
        <p:grpSpPr>
          <a:xfrm>
            <a:off x="496602" y="1031763"/>
            <a:ext cx="218698" cy="275374"/>
            <a:chOff x="8033141" y="487400"/>
            <a:chExt cx="281886" cy="354937"/>
          </a:xfrm>
        </p:grpSpPr>
        <p:sp>
          <p:nvSpPr>
            <p:cNvPr id="22" name="자유형: 도형 1370">
              <a:extLst>
                <a:ext uri="{FF2B5EF4-FFF2-40B4-BE49-F238E27FC236}">
                  <a16:creationId xmlns:a16="http://schemas.microsoft.com/office/drawing/2014/main" id="{AFAC6270-811C-FD39-FFDB-77F769898724}"/>
                </a:ext>
              </a:extLst>
            </p:cNvPr>
            <p:cNvSpPr/>
            <p:nvPr/>
          </p:nvSpPr>
          <p:spPr>
            <a:xfrm>
              <a:off x="8033141" y="487400"/>
              <a:ext cx="196315" cy="256848"/>
            </a:xfrm>
            <a:custGeom>
              <a:avLst/>
              <a:gdLst>
                <a:gd name="connsiteX0" fmla="*/ 90867 w 196315"/>
                <a:gd name="connsiteY0" fmla="*/ 108751 h 256848"/>
                <a:gd name="connsiteX1" fmla="*/ 92448 w 196315"/>
                <a:gd name="connsiteY1" fmla="*/ 104968 h 256848"/>
                <a:gd name="connsiteX2" fmla="*/ 96232 w 196315"/>
                <a:gd name="connsiteY2" fmla="*/ 103386 h 256848"/>
                <a:gd name="connsiteX3" fmla="*/ 196316 w 196315"/>
                <a:gd name="connsiteY3" fmla="*/ 103386 h 256848"/>
                <a:gd name="connsiteX4" fmla="*/ 196316 w 196315"/>
                <a:gd name="connsiteY4" fmla="*/ 8048 h 256848"/>
                <a:gd name="connsiteX5" fmla="*/ 193977 w 196315"/>
                <a:gd name="connsiteY5" fmla="*/ 2339 h 256848"/>
                <a:gd name="connsiteX6" fmla="*/ 188268 w 196315"/>
                <a:gd name="connsiteY6" fmla="*/ 0 h 256848"/>
                <a:gd name="connsiteX7" fmla="*/ 8047 w 196315"/>
                <a:gd name="connsiteY7" fmla="*/ 0 h 256848"/>
                <a:gd name="connsiteX8" fmla="*/ 2339 w 196315"/>
                <a:gd name="connsiteY8" fmla="*/ 2339 h 256848"/>
                <a:gd name="connsiteX9" fmla="*/ 0 w 196315"/>
                <a:gd name="connsiteY9" fmla="*/ 8048 h 256848"/>
                <a:gd name="connsiteX10" fmla="*/ 0 w 196315"/>
                <a:gd name="connsiteY10" fmla="*/ 248800 h 256848"/>
                <a:gd name="connsiteX11" fmla="*/ 2339 w 196315"/>
                <a:gd name="connsiteY11" fmla="*/ 254510 h 256848"/>
                <a:gd name="connsiteX12" fmla="*/ 8047 w 196315"/>
                <a:gd name="connsiteY12" fmla="*/ 256848 h 256848"/>
                <a:gd name="connsiteX13" fmla="*/ 90867 w 196315"/>
                <a:gd name="connsiteY13" fmla="*/ 256848 h 256848"/>
                <a:gd name="connsiteX14" fmla="*/ 90867 w 196315"/>
                <a:gd name="connsiteY14" fmla="*/ 108751 h 256848"/>
                <a:gd name="connsiteX15" fmla="*/ 22080 w 196315"/>
                <a:gd name="connsiteY15" fmla="*/ 167632 h 256848"/>
                <a:gd name="connsiteX16" fmla="*/ 22080 w 196315"/>
                <a:gd name="connsiteY16" fmla="*/ 151536 h 256848"/>
                <a:gd name="connsiteX17" fmla="*/ 86464 w 196315"/>
                <a:gd name="connsiteY17" fmla="*/ 151536 h 256848"/>
                <a:gd name="connsiteX18" fmla="*/ 86464 w 196315"/>
                <a:gd name="connsiteY18" fmla="*/ 167632 h 256848"/>
                <a:gd name="connsiteX19" fmla="*/ 22080 w 196315"/>
                <a:gd name="connsiteY19" fmla="*/ 167632 h 256848"/>
                <a:gd name="connsiteX20" fmla="*/ 86464 w 196315"/>
                <a:gd name="connsiteY20" fmla="*/ 187993 h 256848"/>
                <a:gd name="connsiteX21" fmla="*/ 86464 w 196315"/>
                <a:gd name="connsiteY21" fmla="*/ 204089 h 256848"/>
                <a:gd name="connsiteX22" fmla="*/ 23181 w 196315"/>
                <a:gd name="connsiteY22" fmla="*/ 204089 h 256848"/>
                <a:gd name="connsiteX23" fmla="*/ 23181 w 196315"/>
                <a:gd name="connsiteY23" fmla="*/ 187993 h 256848"/>
                <a:gd name="connsiteX24" fmla="*/ 86464 w 196315"/>
                <a:gd name="connsiteY24" fmla="*/ 187993 h 256848"/>
                <a:gd name="connsiteX25" fmla="*/ 23181 w 196315"/>
                <a:gd name="connsiteY25" fmla="*/ 131176 h 256848"/>
                <a:gd name="connsiteX26" fmla="*/ 23181 w 196315"/>
                <a:gd name="connsiteY26" fmla="*/ 115080 h 256848"/>
                <a:gd name="connsiteX27" fmla="*/ 86464 w 196315"/>
                <a:gd name="connsiteY27" fmla="*/ 115080 h 256848"/>
                <a:gd name="connsiteX28" fmla="*/ 86464 w 196315"/>
                <a:gd name="connsiteY28" fmla="*/ 131176 h 256848"/>
                <a:gd name="connsiteX29" fmla="*/ 23181 w 196315"/>
                <a:gd name="connsiteY29" fmla="*/ 131176 h 256848"/>
                <a:gd name="connsiteX30" fmla="*/ 173135 w 196315"/>
                <a:gd name="connsiteY30" fmla="*/ 94719 h 256848"/>
                <a:gd name="connsiteX31" fmla="*/ 23181 w 196315"/>
                <a:gd name="connsiteY31" fmla="*/ 94719 h 256848"/>
                <a:gd name="connsiteX32" fmla="*/ 23181 w 196315"/>
                <a:gd name="connsiteY32" fmla="*/ 78623 h 256848"/>
                <a:gd name="connsiteX33" fmla="*/ 173135 w 196315"/>
                <a:gd name="connsiteY33" fmla="*/ 78623 h 256848"/>
                <a:gd name="connsiteX34" fmla="*/ 173135 w 196315"/>
                <a:gd name="connsiteY34" fmla="*/ 94719 h 256848"/>
                <a:gd name="connsiteX35" fmla="*/ 173135 w 196315"/>
                <a:gd name="connsiteY35" fmla="*/ 58262 h 256848"/>
                <a:gd name="connsiteX36" fmla="*/ 38382 w 196315"/>
                <a:gd name="connsiteY36" fmla="*/ 58262 h 256848"/>
                <a:gd name="connsiteX37" fmla="*/ 38382 w 196315"/>
                <a:gd name="connsiteY37" fmla="*/ 42166 h 256848"/>
                <a:gd name="connsiteX38" fmla="*/ 173135 w 196315"/>
                <a:gd name="connsiteY38" fmla="*/ 42166 h 256848"/>
                <a:gd name="connsiteX39" fmla="*/ 173135 w 196315"/>
                <a:gd name="connsiteY39" fmla="*/ 58262 h 25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315" h="256848">
                  <a:moveTo>
                    <a:pt x="90867" y="108751"/>
                  </a:moveTo>
                  <a:cubicBezTo>
                    <a:pt x="90867" y="107307"/>
                    <a:pt x="91417" y="105931"/>
                    <a:pt x="92448" y="104968"/>
                  </a:cubicBezTo>
                  <a:cubicBezTo>
                    <a:pt x="93480" y="103936"/>
                    <a:pt x="94856" y="103386"/>
                    <a:pt x="96232" y="103386"/>
                  </a:cubicBezTo>
                  <a:lnTo>
                    <a:pt x="196316" y="103386"/>
                  </a:lnTo>
                  <a:lnTo>
                    <a:pt x="196316" y="8048"/>
                  </a:lnTo>
                  <a:cubicBezTo>
                    <a:pt x="196316" y="5916"/>
                    <a:pt x="195490" y="3852"/>
                    <a:pt x="193977" y="2339"/>
                  </a:cubicBezTo>
                  <a:cubicBezTo>
                    <a:pt x="192464" y="825"/>
                    <a:pt x="190400" y="0"/>
                    <a:pt x="188268" y="0"/>
                  </a:cubicBezTo>
                  <a:lnTo>
                    <a:pt x="8047" y="0"/>
                  </a:lnTo>
                  <a:cubicBezTo>
                    <a:pt x="5916" y="0"/>
                    <a:pt x="3852" y="894"/>
                    <a:pt x="2339" y="2339"/>
                  </a:cubicBezTo>
                  <a:cubicBezTo>
                    <a:pt x="825" y="3852"/>
                    <a:pt x="0" y="5916"/>
                    <a:pt x="0" y="8048"/>
                  </a:cubicBezTo>
                  <a:lnTo>
                    <a:pt x="0" y="248800"/>
                  </a:lnTo>
                  <a:cubicBezTo>
                    <a:pt x="0" y="250933"/>
                    <a:pt x="893" y="252996"/>
                    <a:pt x="2339" y="254510"/>
                  </a:cubicBezTo>
                  <a:cubicBezTo>
                    <a:pt x="3852" y="256023"/>
                    <a:pt x="5916" y="256848"/>
                    <a:pt x="8047" y="256848"/>
                  </a:cubicBezTo>
                  <a:lnTo>
                    <a:pt x="90867" y="256848"/>
                  </a:lnTo>
                  <a:lnTo>
                    <a:pt x="90867" y="108751"/>
                  </a:lnTo>
                  <a:close/>
                  <a:moveTo>
                    <a:pt x="22080" y="167632"/>
                  </a:moveTo>
                  <a:lnTo>
                    <a:pt x="22080" y="151536"/>
                  </a:lnTo>
                  <a:lnTo>
                    <a:pt x="86464" y="151536"/>
                  </a:lnTo>
                  <a:lnTo>
                    <a:pt x="86464" y="167632"/>
                  </a:lnTo>
                  <a:lnTo>
                    <a:pt x="22080" y="167632"/>
                  </a:lnTo>
                  <a:close/>
                  <a:moveTo>
                    <a:pt x="86464" y="187993"/>
                  </a:moveTo>
                  <a:lnTo>
                    <a:pt x="86464" y="204089"/>
                  </a:lnTo>
                  <a:lnTo>
                    <a:pt x="23181" y="204089"/>
                  </a:lnTo>
                  <a:lnTo>
                    <a:pt x="23181" y="187993"/>
                  </a:lnTo>
                  <a:lnTo>
                    <a:pt x="86464" y="187993"/>
                  </a:lnTo>
                  <a:close/>
                  <a:moveTo>
                    <a:pt x="23181" y="131176"/>
                  </a:moveTo>
                  <a:lnTo>
                    <a:pt x="23181" y="115080"/>
                  </a:lnTo>
                  <a:lnTo>
                    <a:pt x="86464" y="115080"/>
                  </a:lnTo>
                  <a:lnTo>
                    <a:pt x="86464" y="131176"/>
                  </a:lnTo>
                  <a:lnTo>
                    <a:pt x="23181" y="131176"/>
                  </a:lnTo>
                  <a:close/>
                  <a:moveTo>
                    <a:pt x="173135" y="94719"/>
                  </a:moveTo>
                  <a:lnTo>
                    <a:pt x="23181" y="94719"/>
                  </a:lnTo>
                  <a:lnTo>
                    <a:pt x="23181" y="78623"/>
                  </a:lnTo>
                  <a:lnTo>
                    <a:pt x="173135" y="78623"/>
                  </a:lnTo>
                  <a:lnTo>
                    <a:pt x="173135" y="94719"/>
                  </a:lnTo>
                  <a:close/>
                  <a:moveTo>
                    <a:pt x="173135" y="58262"/>
                  </a:moveTo>
                  <a:lnTo>
                    <a:pt x="38382" y="58262"/>
                  </a:lnTo>
                  <a:lnTo>
                    <a:pt x="38382" y="42166"/>
                  </a:lnTo>
                  <a:lnTo>
                    <a:pt x="173135" y="42166"/>
                  </a:lnTo>
                  <a:lnTo>
                    <a:pt x="173135" y="58262"/>
                  </a:lnTo>
                  <a:close/>
                </a:path>
              </a:pathLst>
            </a:custGeom>
            <a:solidFill>
              <a:srgbClr val="97A6D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3" name="자유형: 도형 1371">
              <a:extLst>
                <a:ext uri="{FF2B5EF4-FFF2-40B4-BE49-F238E27FC236}">
                  <a16:creationId xmlns:a16="http://schemas.microsoft.com/office/drawing/2014/main" id="{4F4BA078-8AE8-A146-02E6-4FE3ECF0E64A}"/>
                </a:ext>
              </a:extLst>
            </p:cNvPr>
            <p:cNvSpPr/>
            <p:nvPr/>
          </p:nvSpPr>
          <p:spPr>
            <a:xfrm>
              <a:off x="8071592" y="529634"/>
              <a:ext cx="134752" cy="16096"/>
            </a:xfrm>
            <a:custGeom>
              <a:avLst/>
              <a:gdLst>
                <a:gd name="connsiteX0" fmla="*/ 0 w 134752"/>
                <a:gd name="connsiteY0" fmla="*/ 0 h 16096"/>
                <a:gd name="connsiteX1" fmla="*/ 134752 w 134752"/>
                <a:gd name="connsiteY1" fmla="*/ 0 h 16096"/>
                <a:gd name="connsiteX2" fmla="*/ 134752 w 134752"/>
                <a:gd name="connsiteY2" fmla="*/ 16096 h 16096"/>
                <a:gd name="connsiteX3" fmla="*/ 0 w 134752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752" h="16096">
                  <a:moveTo>
                    <a:pt x="0" y="0"/>
                  </a:moveTo>
                  <a:lnTo>
                    <a:pt x="134752" y="0"/>
                  </a:lnTo>
                  <a:lnTo>
                    <a:pt x="134752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4" name="자유형: 도형 1372">
              <a:extLst>
                <a:ext uri="{FF2B5EF4-FFF2-40B4-BE49-F238E27FC236}">
                  <a16:creationId xmlns:a16="http://schemas.microsoft.com/office/drawing/2014/main" id="{142B8EAD-CCF7-D11E-976C-8D3B41D0E094}"/>
                </a:ext>
              </a:extLst>
            </p:cNvPr>
            <p:cNvSpPr/>
            <p:nvPr/>
          </p:nvSpPr>
          <p:spPr>
            <a:xfrm>
              <a:off x="8056391" y="566091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4 w 149954"/>
                <a:gd name="connsiteY1" fmla="*/ 0 h 16096"/>
                <a:gd name="connsiteX2" fmla="*/ 149954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4" y="0"/>
                  </a:lnTo>
                  <a:lnTo>
                    <a:pt x="149954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5" name="자유형: 도형 1373">
              <a:extLst>
                <a:ext uri="{FF2B5EF4-FFF2-40B4-BE49-F238E27FC236}">
                  <a16:creationId xmlns:a16="http://schemas.microsoft.com/office/drawing/2014/main" id="{A474F0B9-20B5-02DD-FCDB-40CCD346E8A1}"/>
                </a:ext>
              </a:extLst>
            </p:cNvPr>
            <p:cNvSpPr/>
            <p:nvPr/>
          </p:nvSpPr>
          <p:spPr>
            <a:xfrm>
              <a:off x="8056391" y="602548"/>
              <a:ext cx="63283" cy="16096"/>
            </a:xfrm>
            <a:custGeom>
              <a:avLst/>
              <a:gdLst>
                <a:gd name="connsiteX0" fmla="*/ 0 w 63283"/>
                <a:gd name="connsiteY0" fmla="*/ 0 h 16096"/>
                <a:gd name="connsiteX1" fmla="*/ 63283 w 63283"/>
                <a:gd name="connsiteY1" fmla="*/ 0 h 16096"/>
                <a:gd name="connsiteX2" fmla="*/ 63283 w 63283"/>
                <a:gd name="connsiteY2" fmla="*/ 16096 h 16096"/>
                <a:gd name="connsiteX3" fmla="*/ 0 w 63283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283" h="16096">
                  <a:moveTo>
                    <a:pt x="0" y="0"/>
                  </a:moveTo>
                  <a:lnTo>
                    <a:pt x="63283" y="0"/>
                  </a:lnTo>
                  <a:lnTo>
                    <a:pt x="63283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6" name="자유형: 도형 1374">
              <a:extLst>
                <a:ext uri="{FF2B5EF4-FFF2-40B4-BE49-F238E27FC236}">
                  <a16:creationId xmlns:a16="http://schemas.microsoft.com/office/drawing/2014/main" id="{B12C59A0-743E-AB40-3FC9-66F9D66BFAF9}"/>
                </a:ext>
              </a:extLst>
            </p:cNvPr>
            <p:cNvSpPr/>
            <p:nvPr/>
          </p:nvSpPr>
          <p:spPr>
            <a:xfrm>
              <a:off x="8055290" y="639005"/>
              <a:ext cx="64384" cy="16096"/>
            </a:xfrm>
            <a:custGeom>
              <a:avLst/>
              <a:gdLst>
                <a:gd name="connsiteX0" fmla="*/ 0 w 64384"/>
                <a:gd name="connsiteY0" fmla="*/ 0 h 16096"/>
                <a:gd name="connsiteX1" fmla="*/ 64384 w 64384"/>
                <a:gd name="connsiteY1" fmla="*/ 0 h 16096"/>
                <a:gd name="connsiteX2" fmla="*/ 64384 w 64384"/>
                <a:gd name="connsiteY2" fmla="*/ 16096 h 16096"/>
                <a:gd name="connsiteX3" fmla="*/ 0 w 6438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84" h="16096">
                  <a:moveTo>
                    <a:pt x="0" y="0"/>
                  </a:moveTo>
                  <a:lnTo>
                    <a:pt x="64384" y="0"/>
                  </a:lnTo>
                  <a:lnTo>
                    <a:pt x="64384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7" name="자유형: 도형 1375">
              <a:extLst>
                <a:ext uri="{FF2B5EF4-FFF2-40B4-BE49-F238E27FC236}">
                  <a16:creationId xmlns:a16="http://schemas.microsoft.com/office/drawing/2014/main" id="{96974797-10E5-D56C-E2BB-2305618191A9}"/>
                </a:ext>
              </a:extLst>
            </p:cNvPr>
            <p:cNvSpPr/>
            <p:nvPr/>
          </p:nvSpPr>
          <p:spPr>
            <a:xfrm>
              <a:off x="8056391" y="675461"/>
              <a:ext cx="63283" cy="16096"/>
            </a:xfrm>
            <a:custGeom>
              <a:avLst/>
              <a:gdLst>
                <a:gd name="connsiteX0" fmla="*/ 0 w 63283"/>
                <a:gd name="connsiteY0" fmla="*/ 0 h 16096"/>
                <a:gd name="connsiteX1" fmla="*/ 63283 w 63283"/>
                <a:gd name="connsiteY1" fmla="*/ 0 h 16096"/>
                <a:gd name="connsiteX2" fmla="*/ 63283 w 63283"/>
                <a:gd name="connsiteY2" fmla="*/ 16096 h 16096"/>
                <a:gd name="connsiteX3" fmla="*/ 0 w 63283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283" h="16096">
                  <a:moveTo>
                    <a:pt x="0" y="0"/>
                  </a:moveTo>
                  <a:lnTo>
                    <a:pt x="63283" y="0"/>
                  </a:lnTo>
                  <a:lnTo>
                    <a:pt x="63283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8" name="자유형: 도형 1376">
              <a:extLst>
                <a:ext uri="{FF2B5EF4-FFF2-40B4-BE49-F238E27FC236}">
                  <a16:creationId xmlns:a16="http://schemas.microsoft.com/office/drawing/2014/main" id="{0C6C71E8-ADC0-8E50-7191-EA21E709AD0C}"/>
                </a:ext>
              </a:extLst>
            </p:cNvPr>
            <p:cNvSpPr/>
            <p:nvPr/>
          </p:nvSpPr>
          <p:spPr>
            <a:xfrm>
              <a:off x="8134807" y="601516"/>
              <a:ext cx="169489" cy="230021"/>
            </a:xfrm>
            <a:custGeom>
              <a:avLst/>
              <a:gdLst>
                <a:gd name="connsiteX0" fmla="*/ 169490 w 169489"/>
                <a:gd name="connsiteY0" fmla="*/ 0 h 230021"/>
                <a:gd name="connsiteX1" fmla="*/ 0 w 169489"/>
                <a:gd name="connsiteY1" fmla="*/ 0 h 230021"/>
                <a:gd name="connsiteX2" fmla="*/ 0 w 169489"/>
                <a:gd name="connsiteY2" fmla="*/ 230022 h 230021"/>
                <a:gd name="connsiteX3" fmla="*/ 169490 w 169489"/>
                <a:gd name="connsiteY3" fmla="*/ 230022 h 230021"/>
                <a:gd name="connsiteX4" fmla="*/ 169490 w 169489"/>
                <a:gd name="connsiteY4" fmla="*/ 0 h 230021"/>
                <a:gd name="connsiteX5" fmla="*/ 122440 w 169489"/>
                <a:gd name="connsiteY5" fmla="*/ 190745 h 230021"/>
                <a:gd name="connsiteX6" fmla="*/ 9768 w 169489"/>
                <a:gd name="connsiteY6" fmla="*/ 190745 h 230021"/>
                <a:gd name="connsiteX7" fmla="*/ 9768 w 169489"/>
                <a:gd name="connsiteY7" fmla="*/ 174649 h 230021"/>
                <a:gd name="connsiteX8" fmla="*/ 122440 w 169489"/>
                <a:gd name="connsiteY8" fmla="*/ 174649 h 230021"/>
                <a:gd name="connsiteX9" fmla="*/ 122440 w 169489"/>
                <a:gd name="connsiteY9" fmla="*/ 190745 h 230021"/>
                <a:gd name="connsiteX10" fmla="*/ 159723 w 169489"/>
                <a:gd name="connsiteY10" fmla="*/ 154288 h 230021"/>
                <a:gd name="connsiteX11" fmla="*/ 9768 w 169489"/>
                <a:gd name="connsiteY11" fmla="*/ 154288 h 230021"/>
                <a:gd name="connsiteX12" fmla="*/ 9768 w 169489"/>
                <a:gd name="connsiteY12" fmla="*/ 138192 h 230021"/>
                <a:gd name="connsiteX13" fmla="*/ 159723 w 169489"/>
                <a:gd name="connsiteY13" fmla="*/ 138192 h 230021"/>
                <a:gd name="connsiteX14" fmla="*/ 159723 w 169489"/>
                <a:gd name="connsiteY14" fmla="*/ 154288 h 230021"/>
                <a:gd name="connsiteX15" fmla="*/ 159723 w 169489"/>
                <a:gd name="connsiteY15" fmla="*/ 117831 h 230021"/>
                <a:gd name="connsiteX16" fmla="*/ 9768 w 169489"/>
                <a:gd name="connsiteY16" fmla="*/ 117831 h 230021"/>
                <a:gd name="connsiteX17" fmla="*/ 9768 w 169489"/>
                <a:gd name="connsiteY17" fmla="*/ 101735 h 230021"/>
                <a:gd name="connsiteX18" fmla="*/ 159723 w 169489"/>
                <a:gd name="connsiteY18" fmla="*/ 101735 h 230021"/>
                <a:gd name="connsiteX19" fmla="*/ 159723 w 169489"/>
                <a:gd name="connsiteY19" fmla="*/ 117831 h 230021"/>
                <a:gd name="connsiteX20" fmla="*/ 159723 w 169489"/>
                <a:gd name="connsiteY20" fmla="*/ 81374 h 230021"/>
                <a:gd name="connsiteX21" fmla="*/ 9768 w 169489"/>
                <a:gd name="connsiteY21" fmla="*/ 81374 h 230021"/>
                <a:gd name="connsiteX22" fmla="*/ 9768 w 169489"/>
                <a:gd name="connsiteY22" fmla="*/ 65278 h 230021"/>
                <a:gd name="connsiteX23" fmla="*/ 159723 w 169489"/>
                <a:gd name="connsiteY23" fmla="*/ 65278 h 230021"/>
                <a:gd name="connsiteX24" fmla="*/ 159723 w 169489"/>
                <a:gd name="connsiteY24" fmla="*/ 81374 h 230021"/>
                <a:gd name="connsiteX25" fmla="*/ 24969 w 169489"/>
                <a:gd name="connsiteY25" fmla="*/ 44917 h 230021"/>
                <a:gd name="connsiteX26" fmla="*/ 24969 w 169489"/>
                <a:gd name="connsiteY26" fmla="*/ 28821 h 230021"/>
                <a:gd name="connsiteX27" fmla="*/ 159723 w 169489"/>
                <a:gd name="connsiteY27" fmla="*/ 28821 h 230021"/>
                <a:gd name="connsiteX28" fmla="*/ 159723 w 169489"/>
                <a:gd name="connsiteY28" fmla="*/ 44917 h 230021"/>
                <a:gd name="connsiteX29" fmla="*/ 24969 w 169489"/>
                <a:gd name="connsiteY29" fmla="*/ 44917 h 230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69489" h="230021">
                  <a:moveTo>
                    <a:pt x="169490" y="0"/>
                  </a:moveTo>
                  <a:lnTo>
                    <a:pt x="0" y="0"/>
                  </a:lnTo>
                  <a:lnTo>
                    <a:pt x="0" y="230022"/>
                  </a:lnTo>
                  <a:lnTo>
                    <a:pt x="169490" y="230022"/>
                  </a:lnTo>
                  <a:lnTo>
                    <a:pt x="169490" y="0"/>
                  </a:lnTo>
                  <a:close/>
                  <a:moveTo>
                    <a:pt x="122440" y="190745"/>
                  </a:moveTo>
                  <a:lnTo>
                    <a:pt x="9768" y="190745"/>
                  </a:lnTo>
                  <a:lnTo>
                    <a:pt x="9768" y="174649"/>
                  </a:lnTo>
                  <a:lnTo>
                    <a:pt x="122440" y="174649"/>
                  </a:lnTo>
                  <a:lnTo>
                    <a:pt x="122440" y="190745"/>
                  </a:lnTo>
                  <a:close/>
                  <a:moveTo>
                    <a:pt x="159723" y="154288"/>
                  </a:moveTo>
                  <a:lnTo>
                    <a:pt x="9768" y="154288"/>
                  </a:lnTo>
                  <a:lnTo>
                    <a:pt x="9768" y="138192"/>
                  </a:lnTo>
                  <a:lnTo>
                    <a:pt x="159723" y="138192"/>
                  </a:lnTo>
                  <a:lnTo>
                    <a:pt x="159723" y="154288"/>
                  </a:lnTo>
                  <a:close/>
                  <a:moveTo>
                    <a:pt x="159723" y="117831"/>
                  </a:moveTo>
                  <a:lnTo>
                    <a:pt x="9768" y="117831"/>
                  </a:lnTo>
                  <a:lnTo>
                    <a:pt x="9768" y="101735"/>
                  </a:lnTo>
                  <a:lnTo>
                    <a:pt x="159723" y="101735"/>
                  </a:lnTo>
                  <a:lnTo>
                    <a:pt x="159723" y="117831"/>
                  </a:lnTo>
                  <a:close/>
                  <a:moveTo>
                    <a:pt x="159723" y="81374"/>
                  </a:moveTo>
                  <a:lnTo>
                    <a:pt x="9768" y="81374"/>
                  </a:lnTo>
                  <a:lnTo>
                    <a:pt x="9768" y="65278"/>
                  </a:lnTo>
                  <a:lnTo>
                    <a:pt x="159723" y="65278"/>
                  </a:lnTo>
                  <a:lnTo>
                    <a:pt x="159723" y="81374"/>
                  </a:lnTo>
                  <a:close/>
                  <a:moveTo>
                    <a:pt x="24969" y="44917"/>
                  </a:moveTo>
                  <a:lnTo>
                    <a:pt x="24969" y="28821"/>
                  </a:lnTo>
                  <a:lnTo>
                    <a:pt x="159723" y="28821"/>
                  </a:lnTo>
                  <a:lnTo>
                    <a:pt x="159723" y="44917"/>
                  </a:lnTo>
                  <a:lnTo>
                    <a:pt x="24969" y="4491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9" name="자유형: 도형 1377">
              <a:extLst>
                <a:ext uri="{FF2B5EF4-FFF2-40B4-BE49-F238E27FC236}">
                  <a16:creationId xmlns:a16="http://schemas.microsoft.com/office/drawing/2014/main" id="{53E0D0B5-E110-C19F-8B2B-01A9CEB61ED3}"/>
                </a:ext>
              </a:extLst>
            </p:cNvPr>
            <p:cNvSpPr/>
            <p:nvPr/>
          </p:nvSpPr>
          <p:spPr>
            <a:xfrm>
              <a:off x="8124077" y="590785"/>
              <a:ext cx="190951" cy="251551"/>
            </a:xfrm>
            <a:custGeom>
              <a:avLst/>
              <a:gdLst>
                <a:gd name="connsiteX0" fmla="*/ 189369 w 190951"/>
                <a:gd name="connsiteY0" fmla="*/ 1582 h 251551"/>
                <a:gd name="connsiteX1" fmla="*/ 185585 w 190951"/>
                <a:gd name="connsiteY1" fmla="*/ 0 h 251551"/>
                <a:gd name="connsiteX2" fmla="*/ 5366 w 190951"/>
                <a:gd name="connsiteY2" fmla="*/ 0 h 251551"/>
                <a:gd name="connsiteX3" fmla="*/ 1582 w 190951"/>
                <a:gd name="connsiteY3" fmla="*/ 1582 h 251551"/>
                <a:gd name="connsiteX4" fmla="*/ 0 w 190951"/>
                <a:gd name="connsiteY4" fmla="*/ 5365 h 251551"/>
                <a:gd name="connsiteX5" fmla="*/ 0 w 190951"/>
                <a:gd name="connsiteY5" fmla="*/ 246186 h 251551"/>
                <a:gd name="connsiteX6" fmla="*/ 1582 w 190951"/>
                <a:gd name="connsiteY6" fmla="*/ 249970 h 251551"/>
                <a:gd name="connsiteX7" fmla="*/ 5366 w 190951"/>
                <a:gd name="connsiteY7" fmla="*/ 251552 h 251551"/>
                <a:gd name="connsiteX8" fmla="*/ 185585 w 190951"/>
                <a:gd name="connsiteY8" fmla="*/ 251552 h 251551"/>
                <a:gd name="connsiteX9" fmla="*/ 189369 w 190951"/>
                <a:gd name="connsiteY9" fmla="*/ 249970 h 251551"/>
                <a:gd name="connsiteX10" fmla="*/ 190951 w 190951"/>
                <a:gd name="connsiteY10" fmla="*/ 246186 h 251551"/>
                <a:gd name="connsiteX11" fmla="*/ 190951 w 190951"/>
                <a:gd name="connsiteY11" fmla="*/ 5365 h 251551"/>
                <a:gd name="connsiteX12" fmla="*/ 189369 w 190951"/>
                <a:gd name="connsiteY12" fmla="*/ 1582 h 251551"/>
                <a:gd name="connsiteX13" fmla="*/ 10730 w 190951"/>
                <a:gd name="connsiteY13" fmla="*/ 10731 h 251551"/>
                <a:gd name="connsiteX14" fmla="*/ 180220 w 190951"/>
                <a:gd name="connsiteY14" fmla="*/ 10731 h 251551"/>
                <a:gd name="connsiteX15" fmla="*/ 180220 w 190951"/>
                <a:gd name="connsiteY15" fmla="*/ 240752 h 251551"/>
                <a:gd name="connsiteX16" fmla="*/ 10730 w 190951"/>
                <a:gd name="connsiteY16" fmla="*/ 240752 h 251551"/>
                <a:gd name="connsiteX17" fmla="*/ 10730 w 190951"/>
                <a:gd name="connsiteY17" fmla="*/ 10731 h 25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951" h="251551">
                  <a:moveTo>
                    <a:pt x="189369" y="1582"/>
                  </a:moveTo>
                  <a:cubicBezTo>
                    <a:pt x="188337" y="550"/>
                    <a:pt x="186961" y="0"/>
                    <a:pt x="185585" y="0"/>
                  </a:cubicBezTo>
                  <a:lnTo>
                    <a:pt x="5366" y="0"/>
                  </a:lnTo>
                  <a:cubicBezTo>
                    <a:pt x="3920" y="0"/>
                    <a:pt x="2545" y="550"/>
                    <a:pt x="1582" y="1582"/>
                  </a:cubicBezTo>
                  <a:cubicBezTo>
                    <a:pt x="619" y="2545"/>
                    <a:pt x="0" y="3990"/>
                    <a:pt x="0" y="5365"/>
                  </a:cubicBezTo>
                  <a:lnTo>
                    <a:pt x="0" y="246186"/>
                  </a:lnTo>
                  <a:cubicBezTo>
                    <a:pt x="0" y="247631"/>
                    <a:pt x="550" y="249007"/>
                    <a:pt x="1582" y="249970"/>
                  </a:cubicBezTo>
                  <a:cubicBezTo>
                    <a:pt x="2545" y="251001"/>
                    <a:pt x="3989" y="251552"/>
                    <a:pt x="5366" y="251552"/>
                  </a:cubicBezTo>
                  <a:lnTo>
                    <a:pt x="185585" y="251552"/>
                  </a:lnTo>
                  <a:cubicBezTo>
                    <a:pt x="187030" y="251552"/>
                    <a:pt x="188406" y="251001"/>
                    <a:pt x="189369" y="249970"/>
                  </a:cubicBezTo>
                  <a:cubicBezTo>
                    <a:pt x="190331" y="249007"/>
                    <a:pt x="190951" y="247562"/>
                    <a:pt x="190951" y="246186"/>
                  </a:cubicBezTo>
                  <a:lnTo>
                    <a:pt x="190951" y="5365"/>
                  </a:lnTo>
                  <a:cubicBezTo>
                    <a:pt x="190951" y="3921"/>
                    <a:pt x="190400" y="2545"/>
                    <a:pt x="189369" y="1582"/>
                  </a:cubicBezTo>
                  <a:close/>
                  <a:moveTo>
                    <a:pt x="10730" y="10731"/>
                  </a:moveTo>
                  <a:lnTo>
                    <a:pt x="180220" y="10731"/>
                  </a:lnTo>
                  <a:lnTo>
                    <a:pt x="180220" y="240752"/>
                  </a:lnTo>
                  <a:lnTo>
                    <a:pt x="10730" y="240752"/>
                  </a:lnTo>
                  <a:lnTo>
                    <a:pt x="10730" y="10731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0" name="자유형: 도형 1378">
              <a:extLst>
                <a:ext uri="{FF2B5EF4-FFF2-40B4-BE49-F238E27FC236}">
                  <a16:creationId xmlns:a16="http://schemas.microsoft.com/office/drawing/2014/main" id="{33EA2F0D-7EC7-3E37-6EB7-E6BF6ACBD9CB}"/>
                </a:ext>
              </a:extLst>
            </p:cNvPr>
            <p:cNvSpPr/>
            <p:nvPr/>
          </p:nvSpPr>
          <p:spPr>
            <a:xfrm>
              <a:off x="8159777" y="630338"/>
              <a:ext cx="134752" cy="16096"/>
            </a:xfrm>
            <a:custGeom>
              <a:avLst/>
              <a:gdLst>
                <a:gd name="connsiteX0" fmla="*/ 0 w 134752"/>
                <a:gd name="connsiteY0" fmla="*/ 0 h 16096"/>
                <a:gd name="connsiteX1" fmla="*/ 134752 w 134752"/>
                <a:gd name="connsiteY1" fmla="*/ 0 h 16096"/>
                <a:gd name="connsiteX2" fmla="*/ 134752 w 134752"/>
                <a:gd name="connsiteY2" fmla="*/ 16096 h 16096"/>
                <a:gd name="connsiteX3" fmla="*/ 0 w 134752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752" h="16096">
                  <a:moveTo>
                    <a:pt x="0" y="0"/>
                  </a:moveTo>
                  <a:lnTo>
                    <a:pt x="134752" y="0"/>
                  </a:lnTo>
                  <a:lnTo>
                    <a:pt x="134752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1" name="자유형: 도형 1379">
              <a:extLst>
                <a:ext uri="{FF2B5EF4-FFF2-40B4-BE49-F238E27FC236}">
                  <a16:creationId xmlns:a16="http://schemas.microsoft.com/office/drawing/2014/main" id="{99517D11-BFEB-3640-FF2C-3B6612BCA673}"/>
                </a:ext>
              </a:extLst>
            </p:cNvPr>
            <p:cNvSpPr/>
            <p:nvPr/>
          </p:nvSpPr>
          <p:spPr>
            <a:xfrm>
              <a:off x="8144575" y="666794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5 w 149954"/>
                <a:gd name="connsiteY1" fmla="*/ 0 h 16096"/>
                <a:gd name="connsiteX2" fmla="*/ 149955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5" y="0"/>
                  </a:lnTo>
                  <a:lnTo>
                    <a:pt x="149955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2" name="자유형: 도형 1380">
              <a:extLst>
                <a:ext uri="{FF2B5EF4-FFF2-40B4-BE49-F238E27FC236}">
                  <a16:creationId xmlns:a16="http://schemas.microsoft.com/office/drawing/2014/main" id="{665B9F90-68FD-4049-424C-2592703E2B0D}"/>
                </a:ext>
              </a:extLst>
            </p:cNvPr>
            <p:cNvSpPr/>
            <p:nvPr/>
          </p:nvSpPr>
          <p:spPr>
            <a:xfrm>
              <a:off x="8144575" y="703251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5 w 149954"/>
                <a:gd name="connsiteY1" fmla="*/ 0 h 16096"/>
                <a:gd name="connsiteX2" fmla="*/ 149955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5" y="0"/>
                  </a:lnTo>
                  <a:lnTo>
                    <a:pt x="149955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3" name="자유형: 도형 1381">
              <a:extLst>
                <a:ext uri="{FF2B5EF4-FFF2-40B4-BE49-F238E27FC236}">
                  <a16:creationId xmlns:a16="http://schemas.microsoft.com/office/drawing/2014/main" id="{31DFFF73-C1A8-BF16-F3AC-0B7524809214}"/>
                </a:ext>
              </a:extLst>
            </p:cNvPr>
            <p:cNvSpPr/>
            <p:nvPr/>
          </p:nvSpPr>
          <p:spPr>
            <a:xfrm>
              <a:off x="8144575" y="739708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5 w 149954"/>
                <a:gd name="connsiteY1" fmla="*/ 0 h 16096"/>
                <a:gd name="connsiteX2" fmla="*/ 149955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5" y="0"/>
                  </a:lnTo>
                  <a:lnTo>
                    <a:pt x="149955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4" name="자유형: 도형 1382">
              <a:extLst>
                <a:ext uri="{FF2B5EF4-FFF2-40B4-BE49-F238E27FC236}">
                  <a16:creationId xmlns:a16="http://schemas.microsoft.com/office/drawing/2014/main" id="{F68A02BC-590E-42BE-A9B6-F0A05270209D}"/>
                </a:ext>
              </a:extLst>
            </p:cNvPr>
            <p:cNvSpPr/>
            <p:nvPr/>
          </p:nvSpPr>
          <p:spPr>
            <a:xfrm>
              <a:off x="8144575" y="776165"/>
              <a:ext cx="112672" cy="16096"/>
            </a:xfrm>
            <a:custGeom>
              <a:avLst/>
              <a:gdLst>
                <a:gd name="connsiteX0" fmla="*/ 0 w 112672"/>
                <a:gd name="connsiteY0" fmla="*/ 0 h 16096"/>
                <a:gd name="connsiteX1" fmla="*/ 112672 w 112672"/>
                <a:gd name="connsiteY1" fmla="*/ 0 h 16096"/>
                <a:gd name="connsiteX2" fmla="*/ 112672 w 112672"/>
                <a:gd name="connsiteY2" fmla="*/ 16096 h 16096"/>
                <a:gd name="connsiteX3" fmla="*/ 0 w 112672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672" h="16096">
                  <a:moveTo>
                    <a:pt x="0" y="0"/>
                  </a:moveTo>
                  <a:lnTo>
                    <a:pt x="112672" y="0"/>
                  </a:lnTo>
                  <a:lnTo>
                    <a:pt x="112672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35" name="직사각형 34"/>
          <p:cNvSpPr/>
          <p:nvPr userDrawn="1"/>
        </p:nvSpPr>
        <p:spPr>
          <a:xfrm>
            <a:off x="448196" y="372418"/>
            <a:ext cx="14061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700" spc="-20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실시 개요</a:t>
            </a:r>
            <a:endParaRPr lang="ko-KR" altLang="en-US" sz="2700" dirty="0">
              <a:solidFill>
                <a:srgbClr val="36A86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6F43F3-AA19-6857-CF14-BA6B0FB1E9D3}"/>
              </a:ext>
            </a:extLst>
          </p:cNvPr>
          <p:cNvSpPr txBox="1"/>
          <p:nvPr userDrawn="1"/>
        </p:nvSpPr>
        <p:spPr>
          <a:xfrm>
            <a:off x="8676474" y="144000"/>
            <a:ext cx="1014726" cy="25712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none" lIns="18000" tIns="10800" rIns="36000" bIns="0" rtlCol="0" anchor="t">
            <a:spAutoFit/>
          </a:bodyPr>
          <a:lstStyle/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고객사명</a:t>
            </a:r>
            <a: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_</a:t>
            </a:r>
            <a:r>
              <a:rPr lang="ko-KR" altLang="en-US" sz="800" spc="0" baseline="0" dirty="0" err="1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과정명</a:t>
            </a:r>
            <a:b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</a:b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과정운영 결과보고서</a:t>
            </a:r>
          </a:p>
        </p:txBody>
      </p:sp>
    </p:spTree>
    <p:extLst>
      <p:ext uri="{BB962C8B-B14F-4D97-AF65-F5344CB8AC3E}">
        <p14:creationId xmlns:p14="http://schemas.microsoft.com/office/powerpoint/2010/main" val="3971952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002">
          <p15:clr>
            <a:srgbClr val="9FCC3B"/>
          </p15:clr>
        </p15:guide>
        <p15:guide id="3" pos="3120">
          <p15:clr>
            <a:srgbClr val="FBAE40"/>
          </p15:clr>
        </p15:guide>
        <p15:guide id="4" pos="203">
          <p15:clr>
            <a:srgbClr val="9FCC3B"/>
          </p15:clr>
        </p15:guide>
        <p15:guide id="5" pos="6036">
          <p15:clr>
            <a:srgbClr val="9FCC3B"/>
          </p15:clr>
        </p15:guide>
        <p15:guide id="6" orient="horz" pos="958" userDrawn="1">
          <p15:clr>
            <a:srgbClr val="9FCC3B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0" y="6498000"/>
            <a:ext cx="9907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그림 개체 틀 8">
            <a:extLst>
              <a:ext uri="{FF2B5EF4-FFF2-40B4-BE49-F238E27FC236}">
                <a16:creationId xmlns:a16="http://schemas.microsoft.com/office/drawing/2014/main" id="{B5BB7B75-4747-4FA3-B794-5ABCDBB070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4001" y="1523251"/>
            <a:ext cx="2540768" cy="359434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4" name="그림 개체 틀 8">
            <a:extLst>
              <a:ext uri="{FF2B5EF4-FFF2-40B4-BE49-F238E27FC236}">
                <a16:creationId xmlns:a16="http://schemas.microsoft.com/office/drawing/2014/main" id="{1F4A9F2C-6121-7341-A514-6A7B195DB6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63128" y="1935112"/>
            <a:ext cx="2540768" cy="359434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1" name="그림 개체 틀 8">
            <a:extLst>
              <a:ext uri="{FF2B5EF4-FFF2-40B4-BE49-F238E27FC236}">
                <a16:creationId xmlns:a16="http://schemas.microsoft.com/office/drawing/2014/main" id="{1F4A9F2C-6121-7341-A514-6A7B195DB6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02255" y="2346973"/>
            <a:ext cx="2540768" cy="359434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2" name="그림 개체 틀 8">
            <a:extLst>
              <a:ext uri="{FF2B5EF4-FFF2-40B4-BE49-F238E27FC236}">
                <a16:creationId xmlns:a16="http://schemas.microsoft.com/office/drawing/2014/main" id="{1F4A9F2C-6121-7341-A514-6A7B195DB6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41382" y="2758835"/>
            <a:ext cx="2540768" cy="359434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2E497-DC81-4DB8-B1A5-BFC4C9FD87AD}"/>
              </a:ext>
            </a:extLst>
          </p:cNvPr>
          <p:cNvSpPr txBox="1"/>
          <p:nvPr userDrawn="1"/>
        </p:nvSpPr>
        <p:spPr>
          <a:xfrm>
            <a:off x="4657887" y="6552000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algn="ctr" defTabSz="457200" rtl="0" eaLnBrk="1" latinLnBrk="0" hangingPunct="1"/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 </a:t>
            </a:r>
            <a:fld id="{FE956E00-98D8-4B71-9451-472125E19CED}" type="slidenum">
              <a:rPr lang="ko-KR" altLang="en-US" sz="800" kern="1200" spc="0" smtClean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marL="0" algn="ctr" defTabSz="457200" rtl="0" eaLnBrk="1" latinLnBrk="0" hangingPunct="1"/>
              <a:t>‹#›</a:t>
            </a:fld>
            <a:r>
              <a:rPr lang="ko-KR" altLang="en-US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</a:t>
            </a:r>
            <a:endParaRPr lang="ko-KR" altLang="en-US" sz="800" kern="1200" spc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0"/>
              </a:gra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>
            <a:off x="308484" y="0"/>
            <a:ext cx="0" cy="797983"/>
          </a:xfrm>
          <a:prstGeom prst="line">
            <a:avLst/>
          </a:prstGeom>
          <a:ln w="12700">
            <a:solidFill>
              <a:srgbClr val="1EBC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3">
            <a:extLst>
              <a:ext uri="{FF2B5EF4-FFF2-40B4-BE49-F238E27FC236}">
                <a16:creationId xmlns:a16="http://schemas.microsoft.com/office/drawing/2014/main" id="{573C4F1F-DE48-F3D9-D703-2BDCF6DE62A4}"/>
              </a:ext>
            </a:extLst>
          </p:cNvPr>
          <p:cNvSpPr/>
          <p:nvPr userDrawn="1"/>
        </p:nvSpPr>
        <p:spPr>
          <a:xfrm>
            <a:off x="322263" y="944724"/>
            <a:ext cx="9259887" cy="460524"/>
          </a:xfrm>
          <a:prstGeom prst="roundRect">
            <a:avLst>
              <a:gd name="adj" fmla="val 532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2" name="TextBox 224">
            <a:extLst>
              <a:ext uri="{FF2B5EF4-FFF2-40B4-BE49-F238E27FC236}">
                <a16:creationId xmlns:a16="http://schemas.microsoft.com/office/drawing/2014/main" id="{E8363737-0FA4-1F4A-BA95-CCC2C81FB5AC}"/>
              </a:ext>
            </a:extLst>
          </p:cNvPr>
          <p:cNvSpPr txBox="1"/>
          <p:nvPr userDrawn="1"/>
        </p:nvSpPr>
        <p:spPr>
          <a:xfrm>
            <a:off x="944503" y="1083186"/>
            <a:ext cx="2210816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algn="ctr" defTabSz="903124">
              <a:spcBef>
                <a:spcPts val="363"/>
              </a:spcBef>
              <a:defRPr sz="1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ko-KR" altLang="en-US" sz="14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교재</a:t>
            </a:r>
            <a:endParaRPr lang="en-US" altLang="ko-KR" sz="14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grpSp>
        <p:nvGrpSpPr>
          <p:cNvPr id="23" name="그래픽 2">
            <a:extLst>
              <a:ext uri="{FF2B5EF4-FFF2-40B4-BE49-F238E27FC236}">
                <a16:creationId xmlns:a16="http://schemas.microsoft.com/office/drawing/2014/main" id="{7AF37B85-DE63-A572-D86A-E2910E52142F}"/>
              </a:ext>
            </a:extLst>
          </p:cNvPr>
          <p:cNvGrpSpPr/>
          <p:nvPr userDrawn="1"/>
        </p:nvGrpSpPr>
        <p:grpSpPr>
          <a:xfrm>
            <a:off x="496602" y="1031763"/>
            <a:ext cx="218698" cy="275374"/>
            <a:chOff x="8033141" y="487400"/>
            <a:chExt cx="281886" cy="354937"/>
          </a:xfrm>
        </p:grpSpPr>
        <p:sp>
          <p:nvSpPr>
            <p:cNvPr id="24" name="자유형: 도형 1370">
              <a:extLst>
                <a:ext uri="{FF2B5EF4-FFF2-40B4-BE49-F238E27FC236}">
                  <a16:creationId xmlns:a16="http://schemas.microsoft.com/office/drawing/2014/main" id="{AFAC6270-811C-FD39-FFDB-77F769898724}"/>
                </a:ext>
              </a:extLst>
            </p:cNvPr>
            <p:cNvSpPr/>
            <p:nvPr/>
          </p:nvSpPr>
          <p:spPr>
            <a:xfrm>
              <a:off x="8033141" y="487400"/>
              <a:ext cx="196315" cy="256848"/>
            </a:xfrm>
            <a:custGeom>
              <a:avLst/>
              <a:gdLst>
                <a:gd name="connsiteX0" fmla="*/ 90867 w 196315"/>
                <a:gd name="connsiteY0" fmla="*/ 108751 h 256848"/>
                <a:gd name="connsiteX1" fmla="*/ 92448 w 196315"/>
                <a:gd name="connsiteY1" fmla="*/ 104968 h 256848"/>
                <a:gd name="connsiteX2" fmla="*/ 96232 w 196315"/>
                <a:gd name="connsiteY2" fmla="*/ 103386 h 256848"/>
                <a:gd name="connsiteX3" fmla="*/ 196316 w 196315"/>
                <a:gd name="connsiteY3" fmla="*/ 103386 h 256848"/>
                <a:gd name="connsiteX4" fmla="*/ 196316 w 196315"/>
                <a:gd name="connsiteY4" fmla="*/ 8048 h 256848"/>
                <a:gd name="connsiteX5" fmla="*/ 193977 w 196315"/>
                <a:gd name="connsiteY5" fmla="*/ 2339 h 256848"/>
                <a:gd name="connsiteX6" fmla="*/ 188268 w 196315"/>
                <a:gd name="connsiteY6" fmla="*/ 0 h 256848"/>
                <a:gd name="connsiteX7" fmla="*/ 8047 w 196315"/>
                <a:gd name="connsiteY7" fmla="*/ 0 h 256848"/>
                <a:gd name="connsiteX8" fmla="*/ 2339 w 196315"/>
                <a:gd name="connsiteY8" fmla="*/ 2339 h 256848"/>
                <a:gd name="connsiteX9" fmla="*/ 0 w 196315"/>
                <a:gd name="connsiteY9" fmla="*/ 8048 h 256848"/>
                <a:gd name="connsiteX10" fmla="*/ 0 w 196315"/>
                <a:gd name="connsiteY10" fmla="*/ 248800 h 256848"/>
                <a:gd name="connsiteX11" fmla="*/ 2339 w 196315"/>
                <a:gd name="connsiteY11" fmla="*/ 254510 h 256848"/>
                <a:gd name="connsiteX12" fmla="*/ 8047 w 196315"/>
                <a:gd name="connsiteY12" fmla="*/ 256848 h 256848"/>
                <a:gd name="connsiteX13" fmla="*/ 90867 w 196315"/>
                <a:gd name="connsiteY13" fmla="*/ 256848 h 256848"/>
                <a:gd name="connsiteX14" fmla="*/ 90867 w 196315"/>
                <a:gd name="connsiteY14" fmla="*/ 108751 h 256848"/>
                <a:gd name="connsiteX15" fmla="*/ 22080 w 196315"/>
                <a:gd name="connsiteY15" fmla="*/ 167632 h 256848"/>
                <a:gd name="connsiteX16" fmla="*/ 22080 w 196315"/>
                <a:gd name="connsiteY16" fmla="*/ 151536 h 256848"/>
                <a:gd name="connsiteX17" fmla="*/ 86464 w 196315"/>
                <a:gd name="connsiteY17" fmla="*/ 151536 h 256848"/>
                <a:gd name="connsiteX18" fmla="*/ 86464 w 196315"/>
                <a:gd name="connsiteY18" fmla="*/ 167632 h 256848"/>
                <a:gd name="connsiteX19" fmla="*/ 22080 w 196315"/>
                <a:gd name="connsiteY19" fmla="*/ 167632 h 256848"/>
                <a:gd name="connsiteX20" fmla="*/ 86464 w 196315"/>
                <a:gd name="connsiteY20" fmla="*/ 187993 h 256848"/>
                <a:gd name="connsiteX21" fmla="*/ 86464 w 196315"/>
                <a:gd name="connsiteY21" fmla="*/ 204089 h 256848"/>
                <a:gd name="connsiteX22" fmla="*/ 23181 w 196315"/>
                <a:gd name="connsiteY22" fmla="*/ 204089 h 256848"/>
                <a:gd name="connsiteX23" fmla="*/ 23181 w 196315"/>
                <a:gd name="connsiteY23" fmla="*/ 187993 h 256848"/>
                <a:gd name="connsiteX24" fmla="*/ 86464 w 196315"/>
                <a:gd name="connsiteY24" fmla="*/ 187993 h 256848"/>
                <a:gd name="connsiteX25" fmla="*/ 23181 w 196315"/>
                <a:gd name="connsiteY25" fmla="*/ 131176 h 256848"/>
                <a:gd name="connsiteX26" fmla="*/ 23181 w 196315"/>
                <a:gd name="connsiteY26" fmla="*/ 115080 h 256848"/>
                <a:gd name="connsiteX27" fmla="*/ 86464 w 196315"/>
                <a:gd name="connsiteY27" fmla="*/ 115080 h 256848"/>
                <a:gd name="connsiteX28" fmla="*/ 86464 w 196315"/>
                <a:gd name="connsiteY28" fmla="*/ 131176 h 256848"/>
                <a:gd name="connsiteX29" fmla="*/ 23181 w 196315"/>
                <a:gd name="connsiteY29" fmla="*/ 131176 h 256848"/>
                <a:gd name="connsiteX30" fmla="*/ 173135 w 196315"/>
                <a:gd name="connsiteY30" fmla="*/ 94719 h 256848"/>
                <a:gd name="connsiteX31" fmla="*/ 23181 w 196315"/>
                <a:gd name="connsiteY31" fmla="*/ 94719 h 256848"/>
                <a:gd name="connsiteX32" fmla="*/ 23181 w 196315"/>
                <a:gd name="connsiteY32" fmla="*/ 78623 h 256848"/>
                <a:gd name="connsiteX33" fmla="*/ 173135 w 196315"/>
                <a:gd name="connsiteY33" fmla="*/ 78623 h 256848"/>
                <a:gd name="connsiteX34" fmla="*/ 173135 w 196315"/>
                <a:gd name="connsiteY34" fmla="*/ 94719 h 256848"/>
                <a:gd name="connsiteX35" fmla="*/ 173135 w 196315"/>
                <a:gd name="connsiteY35" fmla="*/ 58262 h 256848"/>
                <a:gd name="connsiteX36" fmla="*/ 38382 w 196315"/>
                <a:gd name="connsiteY36" fmla="*/ 58262 h 256848"/>
                <a:gd name="connsiteX37" fmla="*/ 38382 w 196315"/>
                <a:gd name="connsiteY37" fmla="*/ 42166 h 256848"/>
                <a:gd name="connsiteX38" fmla="*/ 173135 w 196315"/>
                <a:gd name="connsiteY38" fmla="*/ 42166 h 256848"/>
                <a:gd name="connsiteX39" fmla="*/ 173135 w 196315"/>
                <a:gd name="connsiteY39" fmla="*/ 58262 h 25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315" h="256848">
                  <a:moveTo>
                    <a:pt x="90867" y="108751"/>
                  </a:moveTo>
                  <a:cubicBezTo>
                    <a:pt x="90867" y="107307"/>
                    <a:pt x="91417" y="105931"/>
                    <a:pt x="92448" y="104968"/>
                  </a:cubicBezTo>
                  <a:cubicBezTo>
                    <a:pt x="93480" y="103936"/>
                    <a:pt x="94856" y="103386"/>
                    <a:pt x="96232" y="103386"/>
                  </a:cubicBezTo>
                  <a:lnTo>
                    <a:pt x="196316" y="103386"/>
                  </a:lnTo>
                  <a:lnTo>
                    <a:pt x="196316" y="8048"/>
                  </a:lnTo>
                  <a:cubicBezTo>
                    <a:pt x="196316" y="5916"/>
                    <a:pt x="195490" y="3852"/>
                    <a:pt x="193977" y="2339"/>
                  </a:cubicBezTo>
                  <a:cubicBezTo>
                    <a:pt x="192464" y="825"/>
                    <a:pt x="190400" y="0"/>
                    <a:pt x="188268" y="0"/>
                  </a:cubicBezTo>
                  <a:lnTo>
                    <a:pt x="8047" y="0"/>
                  </a:lnTo>
                  <a:cubicBezTo>
                    <a:pt x="5916" y="0"/>
                    <a:pt x="3852" y="894"/>
                    <a:pt x="2339" y="2339"/>
                  </a:cubicBezTo>
                  <a:cubicBezTo>
                    <a:pt x="825" y="3852"/>
                    <a:pt x="0" y="5916"/>
                    <a:pt x="0" y="8048"/>
                  </a:cubicBezTo>
                  <a:lnTo>
                    <a:pt x="0" y="248800"/>
                  </a:lnTo>
                  <a:cubicBezTo>
                    <a:pt x="0" y="250933"/>
                    <a:pt x="893" y="252996"/>
                    <a:pt x="2339" y="254510"/>
                  </a:cubicBezTo>
                  <a:cubicBezTo>
                    <a:pt x="3852" y="256023"/>
                    <a:pt x="5916" y="256848"/>
                    <a:pt x="8047" y="256848"/>
                  </a:cubicBezTo>
                  <a:lnTo>
                    <a:pt x="90867" y="256848"/>
                  </a:lnTo>
                  <a:lnTo>
                    <a:pt x="90867" y="108751"/>
                  </a:lnTo>
                  <a:close/>
                  <a:moveTo>
                    <a:pt x="22080" y="167632"/>
                  </a:moveTo>
                  <a:lnTo>
                    <a:pt x="22080" y="151536"/>
                  </a:lnTo>
                  <a:lnTo>
                    <a:pt x="86464" y="151536"/>
                  </a:lnTo>
                  <a:lnTo>
                    <a:pt x="86464" y="167632"/>
                  </a:lnTo>
                  <a:lnTo>
                    <a:pt x="22080" y="167632"/>
                  </a:lnTo>
                  <a:close/>
                  <a:moveTo>
                    <a:pt x="86464" y="187993"/>
                  </a:moveTo>
                  <a:lnTo>
                    <a:pt x="86464" y="204089"/>
                  </a:lnTo>
                  <a:lnTo>
                    <a:pt x="23181" y="204089"/>
                  </a:lnTo>
                  <a:lnTo>
                    <a:pt x="23181" y="187993"/>
                  </a:lnTo>
                  <a:lnTo>
                    <a:pt x="86464" y="187993"/>
                  </a:lnTo>
                  <a:close/>
                  <a:moveTo>
                    <a:pt x="23181" y="131176"/>
                  </a:moveTo>
                  <a:lnTo>
                    <a:pt x="23181" y="115080"/>
                  </a:lnTo>
                  <a:lnTo>
                    <a:pt x="86464" y="115080"/>
                  </a:lnTo>
                  <a:lnTo>
                    <a:pt x="86464" y="131176"/>
                  </a:lnTo>
                  <a:lnTo>
                    <a:pt x="23181" y="131176"/>
                  </a:lnTo>
                  <a:close/>
                  <a:moveTo>
                    <a:pt x="173135" y="94719"/>
                  </a:moveTo>
                  <a:lnTo>
                    <a:pt x="23181" y="94719"/>
                  </a:lnTo>
                  <a:lnTo>
                    <a:pt x="23181" y="78623"/>
                  </a:lnTo>
                  <a:lnTo>
                    <a:pt x="173135" y="78623"/>
                  </a:lnTo>
                  <a:lnTo>
                    <a:pt x="173135" y="94719"/>
                  </a:lnTo>
                  <a:close/>
                  <a:moveTo>
                    <a:pt x="173135" y="58262"/>
                  </a:moveTo>
                  <a:lnTo>
                    <a:pt x="38382" y="58262"/>
                  </a:lnTo>
                  <a:lnTo>
                    <a:pt x="38382" y="42166"/>
                  </a:lnTo>
                  <a:lnTo>
                    <a:pt x="173135" y="42166"/>
                  </a:lnTo>
                  <a:lnTo>
                    <a:pt x="173135" y="58262"/>
                  </a:lnTo>
                  <a:close/>
                </a:path>
              </a:pathLst>
            </a:custGeom>
            <a:solidFill>
              <a:srgbClr val="97A6D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5" name="자유형: 도형 1371">
              <a:extLst>
                <a:ext uri="{FF2B5EF4-FFF2-40B4-BE49-F238E27FC236}">
                  <a16:creationId xmlns:a16="http://schemas.microsoft.com/office/drawing/2014/main" id="{4F4BA078-8AE8-A146-02E6-4FE3ECF0E64A}"/>
                </a:ext>
              </a:extLst>
            </p:cNvPr>
            <p:cNvSpPr/>
            <p:nvPr/>
          </p:nvSpPr>
          <p:spPr>
            <a:xfrm>
              <a:off x="8071592" y="529634"/>
              <a:ext cx="134752" cy="16096"/>
            </a:xfrm>
            <a:custGeom>
              <a:avLst/>
              <a:gdLst>
                <a:gd name="connsiteX0" fmla="*/ 0 w 134752"/>
                <a:gd name="connsiteY0" fmla="*/ 0 h 16096"/>
                <a:gd name="connsiteX1" fmla="*/ 134752 w 134752"/>
                <a:gd name="connsiteY1" fmla="*/ 0 h 16096"/>
                <a:gd name="connsiteX2" fmla="*/ 134752 w 134752"/>
                <a:gd name="connsiteY2" fmla="*/ 16096 h 16096"/>
                <a:gd name="connsiteX3" fmla="*/ 0 w 134752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752" h="16096">
                  <a:moveTo>
                    <a:pt x="0" y="0"/>
                  </a:moveTo>
                  <a:lnTo>
                    <a:pt x="134752" y="0"/>
                  </a:lnTo>
                  <a:lnTo>
                    <a:pt x="134752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6" name="자유형: 도형 1372">
              <a:extLst>
                <a:ext uri="{FF2B5EF4-FFF2-40B4-BE49-F238E27FC236}">
                  <a16:creationId xmlns:a16="http://schemas.microsoft.com/office/drawing/2014/main" id="{142B8EAD-CCF7-D11E-976C-8D3B41D0E094}"/>
                </a:ext>
              </a:extLst>
            </p:cNvPr>
            <p:cNvSpPr/>
            <p:nvPr/>
          </p:nvSpPr>
          <p:spPr>
            <a:xfrm>
              <a:off x="8056391" y="566091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4 w 149954"/>
                <a:gd name="connsiteY1" fmla="*/ 0 h 16096"/>
                <a:gd name="connsiteX2" fmla="*/ 149954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4" y="0"/>
                  </a:lnTo>
                  <a:lnTo>
                    <a:pt x="149954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7" name="자유형: 도형 1373">
              <a:extLst>
                <a:ext uri="{FF2B5EF4-FFF2-40B4-BE49-F238E27FC236}">
                  <a16:creationId xmlns:a16="http://schemas.microsoft.com/office/drawing/2014/main" id="{A474F0B9-20B5-02DD-FCDB-40CCD346E8A1}"/>
                </a:ext>
              </a:extLst>
            </p:cNvPr>
            <p:cNvSpPr/>
            <p:nvPr/>
          </p:nvSpPr>
          <p:spPr>
            <a:xfrm>
              <a:off x="8056391" y="602548"/>
              <a:ext cx="63283" cy="16096"/>
            </a:xfrm>
            <a:custGeom>
              <a:avLst/>
              <a:gdLst>
                <a:gd name="connsiteX0" fmla="*/ 0 w 63283"/>
                <a:gd name="connsiteY0" fmla="*/ 0 h 16096"/>
                <a:gd name="connsiteX1" fmla="*/ 63283 w 63283"/>
                <a:gd name="connsiteY1" fmla="*/ 0 h 16096"/>
                <a:gd name="connsiteX2" fmla="*/ 63283 w 63283"/>
                <a:gd name="connsiteY2" fmla="*/ 16096 h 16096"/>
                <a:gd name="connsiteX3" fmla="*/ 0 w 63283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283" h="16096">
                  <a:moveTo>
                    <a:pt x="0" y="0"/>
                  </a:moveTo>
                  <a:lnTo>
                    <a:pt x="63283" y="0"/>
                  </a:lnTo>
                  <a:lnTo>
                    <a:pt x="63283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8" name="자유형: 도형 1374">
              <a:extLst>
                <a:ext uri="{FF2B5EF4-FFF2-40B4-BE49-F238E27FC236}">
                  <a16:creationId xmlns:a16="http://schemas.microsoft.com/office/drawing/2014/main" id="{B12C59A0-743E-AB40-3FC9-66F9D66BFAF9}"/>
                </a:ext>
              </a:extLst>
            </p:cNvPr>
            <p:cNvSpPr/>
            <p:nvPr/>
          </p:nvSpPr>
          <p:spPr>
            <a:xfrm>
              <a:off x="8055290" y="639005"/>
              <a:ext cx="64384" cy="16096"/>
            </a:xfrm>
            <a:custGeom>
              <a:avLst/>
              <a:gdLst>
                <a:gd name="connsiteX0" fmla="*/ 0 w 64384"/>
                <a:gd name="connsiteY0" fmla="*/ 0 h 16096"/>
                <a:gd name="connsiteX1" fmla="*/ 64384 w 64384"/>
                <a:gd name="connsiteY1" fmla="*/ 0 h 16096"/>
                <a:gd name="connsiteX2" fmla="*/ 64384 w 64384"/>
                <a:gd name="connsiteY2" fmla="*/ 16096 h 16096"/>
                <a:gd name="connsiteX3" fmla="*/ 0 w 6438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84" h="16096">
                  <a:moveTo>
                    <a:pt x="0" y="0"/>
                  </a:moveTo>
                  <a:lnTo>
                    <a:pt x="64384" y="0"/>
                  </a:lnTo>
                  <a:lnTo>
                    <a:pt x="64384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9" name="자유형: 도형 1375">
              <a:extLst>
                <a:ext uri="{FF2B5EF4-FFF2-40B4-BE49-F238E27FC236}">
                  <a16:creationId xmlns:a16="http://schemas.microsoft.com/office/drawing/2014/main" id="{96974797-10E5-D56C-E2BB-2305618191A9}"/>
                </a:ext>
              </a:extLst>
            </p:cNvPr>
            <p:cNvSpPr/>
            <p:nvPr/>
          </p:nvSpPr>
          <p:spPr>
            <a:xfrm>
              <a:off x="8056391" y="675461"/>
              <a:ext cx="63283" cy="16096"/>
            </a:xfrm>
            <a:custGeom>
              <a:avLst/>
              <a:gdLst>
                <a:gd name="connsiteX0" fmla="*/ 0 w 63283"/>
                <a:gd name="connsiteY0" fmla="*/ 0 h 16096"/>
                <a:gd name="connsiteX1" fmla="*/ 63283 w 63283"/>
                <a:gd name="connsiteY1" fmla="*/ 0 h 16096"/>
                <a:gd name="connsiteX2" fmla="*/ 63283 w 63283"/>
                <a:gd name="connsiteY2" fmla="*/ 16096 h 16096"/>
                <a:gd name="connsiteX3" fmla="*/ 0 w 63283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283" h="16096">
                  <a:moveTo>
                    <a:pt x="0" y="0"/>
                  </a:moveTo>
                  <a:lnTo>
                    <a:pt x="63283" y="0"/>
                  </a:lnTo>
                  <a:lnTo>
                    <a:pt x="63283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0" name="자유형: 도형 1376">
              <a:extLst>
                <a:ext uri="{FF2B5EF4-FFF2-40B4-BE49-F238E27FC236}">
                  <a16:creationId xmlns:a16="http://schemas.microsoft.com/office/drawing/2014/main" id="{0C6C71E8-ADC0-8E50-7191-EA21E709AD0C}"/>
                </a:ext>
              </a:extLst>
            </p:cNvPr>
            <p:cNvSpPr/>
            <p:nvPr/>
          </p:nvSpPr>
          <p:spPr>
            <a:xfrm>
              <a:off x="8134807" y="601516"/>
              <a:ext cx="169489" cy="230021"/>
            </a:xfrm>
            <a:custGeom>
              <a:avLst/>
              <a:gdLst>
                <a:gd name="connsiteX0" fmla="*/ 169490 w 169489"/>
                <a:gd name="connsiteY0" fmla="*/ 0 h 230021"/>
                <a:gd name="connsiteX1" fmla="*/ 0 w 169489"/>
                <a:gd name="connsiteY1" fmla="*/ 0 h 230021"/>
                <a:gd name="connsiteX2" fmla="*/ 0 w 169489"/>
                <a:gd name="connsiteY2" fmla="*/ 230022 h 230021"/>
                <a:gd name="connsiteX3" fmla="*/ 169490 w 169489"/>
                <a:gd name="connsiteY3" fmla="*/ 230022 h 230021"/>
                <a:gd name="connsiteX4" fmla="*/ 169490 w 169489"/>
                <a:gd name="connsiteY4" fmla="*/ 0 h 230021"/>
                <a:gd name="connsiteX5" fmla="*/ 122440 w 169489"/>
                <a:gd name="connsiteY5" fmla="*/ 190745 h 230021"/>
                <a:gd name="connsiteX6" fmla="*/ 9768 w 169489"/>
                <a:gd name="connsiteY6" fmla="*/ 190745 h 230021"/>
                <a:gd name="connsiteX7" fmla="*/ 9768 w 169489"/>
                <a:gd name="connsiteY7" fmla="*/ 174649 h 230021"/>
                <a:gd name="connsiteX8" fmla="*/ 122440 w 169489"/>
                <a:gd name="connsiteY8" fmla="*/ 174649 h 230021"/>
                <a:gd name="connsiteX9" fmla="*/ 122440 w 169489"/>
                <a:gd name="connsiteY9" fmla="*/ 190745 h 230021"/>
                <a:gd name="connsiteX10" fmla="*/ 159723 w 169489"/>
                <a:gd name="connsiteY10" fmla="*/ 154288 h 230021"/>
                <a:gd name="connsiteX11" fmla="*/ 9768 w 169489"/>
                <a:gd name="connsiteY11" fmla="*/ 154288 h 230021"/>
                <a:gd name="connsiteX12" fmla="*/ 9768 w 169489"/>
                <a:gd name="connsiteY12" fmla="*/ 138192 h 230021"/>
                <a:gd name="connsiteX13" fmla="*/ 159723 w 169489"/>
                <a:gd name="connsiteY13" fmla="*/ 138192 h 230021"/>
                <a:gd name="connsiteX14" fmla="*/ 159723 w 169489"/>
                <a:gd name="connsiteY14" fmla="*/ 154288 h 230021"/>
                <a:gd name="connsiteX15" fmla="*/ 159723 w 169489"/>
                <a:gd name="connsiteY15" fmla="*/ 117831 h 230021"/>
                <a:gd name="connsiteX16" fmla="*/ 9768 w 169489"/>
                <a:gd name="connsiteY16" fmla="*/ 117831 h 230021"/>
                <a:gd name="connsiteX17" fmla="*/ 9768 w 169489"/>
                <a:gd name="connsiteY17" fmla="*/ 101735 h 230021"/>
                <a:gd name="connsiteX18" fmla="*/ 159723 w 169489"/>
                <a:gd name="connsiteY18" fmla="*/ 101735 h 230021"/>
                <a:gd name="connsiteX19" fmla="*/ 159723 w 169489"/>
                <a:gd name="connsiteY19" fmla="*/ 117831 h 230021"/>
                <a:gd name="connsiteX20" fmla="*/ 159723 w 169489"/>
                <a:gd name="connsiteY20" fmla="*/ 81374 h 230021"/>
                <a:gd name="connsiteX21" fmla="*/ 9768 w 169489"/>
                <a:gd name="connsiteY21" fmla="*/ 81374 h 230021"/>
                <a:gd name="connsiteX22" fmla="*/ 9768 w 169489"/>
                <a:gd name="connsiteY22" fmla="*/ 65278 h 230021"/>
                <a:gd name="connsiteX23" fmla="*/ 159723 w 169489"/>
                <a:gd name="connsiteY23" fmla="*/ 65278 h 230021"/>
                <a:gd name="connsiteX24" fmla="*/ 159723 w 169489"/>
                <a:gd name="connsiteY24" fmla="*/ 81374 h 230021"/>
                <a:gd name="connsiteX25" fmla="*/ 24969 w 169489"/>
                <a:gd name="connsiteY25" fmla="*/ 44917 h 230021"/>
                <a:gd name="connsiteX26" fmla="*/ 24969 w 169489"/>
                <a:gd name="connsiteY26" fmla="*/ 28821 h 230021"/>
                <a:gd name="connsiteX27" fmla="*/ 159723 w 169489"/>
                <a:gd name="connsiteY27" fmla="*/ 28821 h 230021"/>
                <a:gd name="connsiteX28" fmla="*/ 159723 w 169489"/>
                <a:gd name="connsiteY28" fmla="*/ 44917 h 230021"/>
                <a:gd name="connsiteX29" fmla="*/ 24969 w 169489"/>
                <a:gd name="connsiteY29" fmla="*/ 44917 h 230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69489" h="230021">
                  <a:moveTo>
                    <a:pt x="169490" y="0"/>
                  </a:moveTo>
                  <a:lnTo>
                    <a:pt x="0" y="0"/>
                  </a:lnTo>
                  <a:lnTo>
                    <a:pt x="0" y="230022"/>
                  </a:lnTo>
                  <a:lnTo>
                    <a:pt x="169490" y="230022"/>
                  </a:lnTo>
                  <a:lnTo>
                    <a:pt x="169490" y="0"/>
                  </a:lnTo>
                  <a:close/>
                  <a:moveTo>
                    <a:pt x="122440" y="190745"/>
                  </a:moveTo>
                  <a:lnTo>
                    <a:pt x="9768" y="190745"/>
                  </a:lnTo>
                  <a:lnTo>
                    <a:pt x="9768" y="174649"/>
                  </a:lnTo>
                  <a:lnTo>
                    <a:pt x="122440" y="174649"/>
                  </a:lnTo>
                  <a:lnTo>
                    <a:pt x="122440" y="190745"/>
                  </a:lnTo>
                  <a:close/>
                  <a:moveTo>
                    <a:pt x="159723" y="154288"/>
                  </a:moveTo>
                  <a:lnTo>
                    <a:pt x="9768" y="154288"/>
                  </a:lnTo>
                  <a:lnTo>
                    <a:pt x="9768" y="138192"/>
                  </a:lnTo>
                  <a:lnTo>
                    <a:pt x="159723" y="138192"/>
                  </a:lnTo>
                  <a:lnTo>
                    <a:pt x="159723" y="154288"/>
                  </a:lnTo>
                  <a:close/>
                  <a:moveTo>
                    <a:pt x="159723" y="117831"/>
                  </a:moveTo>
                  <a:lnTo>
                    <a:pt x="9768" y="117831"/>
                  </a:lnTo>
                  <a:lnTo>
                    <a:pt x="9768" y="101735"/>
                  </a:lnTo>
                  <a:lnTo>
                    <a:pt x="159723" y="101735"/>
                  </a:lnTo>
                  <a:lnTo>
                    <a:pt x="159723" y="117831"/>
                  </a:lnTo>
                  <a:close/>
                  <a:moveTo>
                    <a:pt x="159723" y="81374"/>
                  </a:moveTo>
                  <a:lnTo>
                    <a:pt x="9768" y="81374"/>
                  </a:lnTo>
                  <a:lnTo>
                    <a:pt x="9768" y="65278"/>
                  </a:lnTo>
                  <a:lnTo>
                    <a:pt x="159723" y="65278"/>
                  </a:lnTo>
                  <a:lnTo>
                    <a:pt x="159723" y="81374"/>
                  </a:lnTo>
                  <a:close/>
                  <a:moveTo>
                    <a:pt x="24969" y="44917"/>
                  </a:moveTo>
                  <a:lnTo>
                    <a:pt x="24969" y="28821"/>
                  </a:lnTo>
                  <a:lnTo>
                    <a:pt x="159723" y="28821"/>
                  </a:lnTo>
                  <a:lnTo>
                    <a:pt x="159723" y="44917"/>
                  </a:lnTo>
                  <a:lnTo>
                    <a:pt x="24969" y="4491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1" name="자유형: 도형 1377">
              <a:extLst>
                <a:ext uri="{FF2B5EF4-FFF2-40B4-BE49-F238E27FC236}">
                  <a16:creationId xmlns:a16="http://schemas.microsoft.com/office/drawing/2014/main" id="{53E0D0B5-E110-C19F-8B2B-01A9CEB61ED3}"/>
                </a:ext>
              </a:extLst>
            </p:cNvPr>
            <p:cNvSpPr/>
            <p:nvPr/>
          </p:nvSpPr>
          <p:spPr>
            <a:xfrm>
              <a:off x="8124077" y="590785"/>
              <a:ext cx="190951" cy="251551"/>
            </a:xfrm>
            <a:custGeom>
              <a:avLst/>
              <a:gdLst>
                <a:gd name="connsiteX0" fmla="*/ 189369 w 190951"/>
                <a:gd name="connsiteY0" fmla="*/ 1582 h 251551"/>
                <a:gd name="connsiteX1" fmla="*/ 185585 w 190951"/>
                <a:gd name="connsiteY1" fmla="*/ 0 h 251551"/>
                <a:gd name="connsiteX2" fmla="*/ 5366 w 190951"/>
                <a:gd name="connsiteY2" fmla="*/ 0 h 251551"/>
                <a:gd name="connsiteX3" fmla="*/ 1582 w 190951"/>
                <a:gd name="connsiteY3" fmla="*/ 1582 h 251551"/>
                <a:gd name="connsiteX4" fmla="*/ 0 w 190951"/>
                <a:gd name="connsiteY4" fmla="*/ 5365 h 251551"/>
                <a:gd name="connsiteX5" fmla="*/ 0 w 190951"/>
                <a:gd name="connsiteY5" fmla="*/ 246186 h 251551"/>
                <a:gd name="connsiteX6" fmla="*/ 1582 w 190951"/>
                <a:gd name="connsiteY6" fmla="*/ 249970 h 251551"/>
                <a:gd name="connsiteX7" fmla="*/ 5366 w 190951"/>
                <a:gd name="connsiteY7" fmla="*/ 251552 h 251551"/>
                <a:gd name="connsiteX8" fmla="*/ 185585 w 190951"/>
                <a:gd name="connsiteY8" fmla="*/ 251552 h 251551"/>
                <a:gd name="connsiteX9" fmla="*/ 189369 w 190951"/>
                <a:gd name="connsiteY9" fmla="*/ 249970 h 251551"/>
                <a:gd name="connsiteX10" fmla="*/ 190951 w 190951"/>
                <a:gd name="connsiteY10" fmla="*/ 246186 h 251551"/>
                <a:gd name="connsiteX11" fmla="*/ 190951 w 190951"/>
                <a:gd name="connsiteY11" fmla="*/ 5365 h 251551"/>
                <a:gd name="connsiteX12" fmla="*/ 189369 w 190951"/>
                <a:gd name="connsiteY12" fmla="*/ 1582 h 251551"/>
                <a:gd name="connsiteX13" fmla="*/ 10730 w 190951"/>
                <a:gd name="connsiteY13" fmla="*/ 10731 h 251551"/>
                <a:gd name="connsiteX14" fmla="*/ 180220 w 190951"/>
                <a:gd name="connsiteY14" fmla="*/ 10731 h 251551"/>
                <a:gd name="connsiteX15" fmla="*/ 180220 w 190951"/>
                <a:gd name="connsiteY15" fmla="*/ 240752 h 251551"/>
                <a:gd name="connsiteX16" fmla="*/ 10730 w 190951"/>
                <a:gd name="connsiteY16" fmla="*/ 240752 h 251551"/>
                <a:gd name="connsiteX17" fmla="*/ 10730 w 190951"/>
                <a:gd name="connsiteY17" fmla="*/ 10731 h 25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951" h="251551">
                  <a:moveTo>
                    <a:pt x="189369" y="1582"/>
                  </a:moveTo>
                  <a:cubicBezTo>
                    <a:pt x="188337" y="550"/>
                    <a:pt x="186961" y="0"/>
                    <a:pt x="185585" y="0"/>
                  </a:cubicBezTo>
                  <a:lnTo>
                    <a:pt x="5366" y="0"/>
                  </a:lnTo>
                  <a:cubicBezTo>
                    <a:pt x="3920" y="0"/>
                    <a:pt x="2545" y="550"/>
                    <a:pt x="1582" y="1582"/>
                  </a:cubicBezTo>
                  <a:cubicBezTo>
                    <a:pt x="619" y="2545"/>
                    <a:pt x="0" y="3990"/>
                    <a:pt x="0" y="5365"/>
                  </a:cubicBezTo>
                  <a:lnTo>
                    <a:pt x="0" y="246186"/>
                  </a:lnTo>
                  <a:cubicBezTo>
                    <a:pt x="0" y="247631"/>
                    <a:pt x="550" y="249007"/>
                    <a:pt x="1582" y="249970"/>
                  </a:cubicBezTo>
                  <a:cubicBezTo>
                    <a:pt x="2545" y="251001"/>
                    <a:pt x="3989" y="251552"/>
                    <a:pt x="5366" y="251552"/>
                  </a:cubicBezTo>
                  <a:lnTo>
                    <a:pt x="185585" y="251552"/>
                  </a:lnTo>
                  <a:cubicBezTo>
                    <a:pt x="187030" y="251552"/>
                    <a:pt x="188406" y="251001"/>
                    <a:pt x="189369" y="249970"/>
                  </a:cubicBezTo>
                  <a:cubicBezTo>
                    <a:pt x="190331" y="249007"/>
                    <a:pt x="190951" y="247562"/>
                    <a:pt x="190951" y="246186"/>
                  </a:cubicBezTo>
                  <a:lnTo>
                    <a:pt x="190951" y="5365"/>
                  </a:lnTo>
                  <a:cubicBezTo>
                    <a:pt x="190951" y="3921"/>
                    <a:pt x="190400" y="2545"/>
                    <a:pt x="189369" y="1582"/>
                  </a:cubicBezTo>
                  <a:close/>
                  <a:moveTo>
                    <a:pt x="10730" y="10731"/>
                  </a:moveTo>
                  <a:lnTo>
                    <a:pt x="180220" y="10731"/>
                  </a:lnTo>
                  <a:lnTo>
                    <a:pt x="180220" y="240752"/>
                  </a:lnTo>
                  <a:lnTo>
                    <a:pt x="10730" y="240752"/>
                  </a:lnTo>
                  <a:lnTo>
                    <a:pt x="10730" y="10731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2" name="자유형: 도형 1378">
              <a:extLst>
                <a:ext uri="{FF2B5EF4-FFF2-40B4-BE49-F238E27FC236}">
                  <a16:creationId xmlns:a16="http://schemas.microsoft.com/office/drawing/2014/main" id="{33EA2F0D-7EC7-3E37-6EB7-E6BF6ACBD9CB}"/>
                </a:ext>
              </a:extLst>
            </p:cNvPr>
            <p:cNvSpPr/>
            <p:nvPr/>
          </p:nvSpPr>
          <p:spPr>
            <a:xfrm>
              <a:off x="8159777" y="630338"/>
              <a:ext cx="134752" cy="16096"/>
            </a:xfrm>
            <a:custGeom>
              <a:avLst/>
              <a:gdLst>
                <a:gd name="connsiteX0" fmla="*/ 0 w 134752"/>
                <a:gd name="connsiteY0" fmla="*/ 0 h 16096"/>
                <a:gd name="connsiteX1" fmla="*/ 134752 w 134752"/>
                <a:gd name="connsiteY1" fmla="*/ 0 h 16096"/>
                <a:gd name="connsiteX2" fmla="*/ 134752 w 134752"/>
                <a:gd name="connsiteY2" fmla="*/ 16096 h 16096"/>
                <a:gd name="connsiteX3" fmla="*/ 0 w 134752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752" h="16096">
                  <a:moveTo>
                    <a:pt x="0" y="0"/>
                  </a:moveTo>
                  <a:lnTo>
                    <a:pt x="134752" y="0"/>
                  </a:lnTo>
                  <a:lnTo>
                    <a:pt x="134752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3" name="자유형: 도형 1379">
              <a:extLst>
                <a:ext uri="{FF2B5EF4-FFF2-40B4-BE49-F238E27FC236}">
                  <a16:creationId xmlns:a16="http://schemas.microsoft.com/office/drawing/2014/main" id="{99517D11-BFEB-3640-FF2C-3B6612BCA673}"/>
                </a:ext>
              </a:extLst>
            </p:cNvPr>
            <p:cNvSpPr/>
            <p:nvPr/>
          </p:nvSpPr>
          <p:spPr>
            <a:xfrm>
              <a:off x="8144575" y="666794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5 w 149954"/>
                <a:gd name="connsiteY1" fmla="*/ 0 h 16096"/>
                <a:gd name="connsiteX2" fmla="*/ 149955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5" y="0"/>
                  </a:lnTo>
                  <a:lnTo>
                    <a:pt x="149955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4" name="자유형: 도형 1380">
              <a:extLst>
                <a:ext uri="{FF2B5EF4-FFF2-40B4-BE49-F238E27FC236}">
                  <a16:creationId xmlns:a16="http://schemas.microsoft.com/office/drawing/2014/main" id="{665B9F90-68FD-4049-424C-2592703E2B0D}"/>
                </a:ext>
              </a:extLst>
            </p:cNvPr>
            <p:cNvSpPr/>
            <p:nvPr/>
          </p:nvSpPr>
          <p:spPr>
            <a:xfrm>
              <a:off x="8144575" y="703251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5 w 149954"/>
                <a:gd name="connsiteY1" fmla="*/ 0 h 16096"/>
                <a:gd name="connsiteX2" fmla="*/ 149955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5" y="0"/>
                  </a:lnTo>
                  <a:lnTo>
                    <a:pt x="149955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5" name="자유형: 도형 1381">
              <a:extLst>
                <a:ext uri="{FF2B5EF4-FFF2-40B4-BE49-F238E27FC236}">
                  <a16:creationId xmlns:a16="http://schemas.microsoft.com/office/drawing/2014/main" id="{31DFFF73-C1A8-BF16-F3AC-0B7524809214}"/>
                </a:ext>
              </a:extLst>
            </p:cNvPr>
            <p:cNvSpPr/>
            <p:nvPr/>
          </p:nvSpPr>
          <p:spPr>
            <a:xfrm>
              <a:off x="8144575" y="739708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5 w 149954"/>
                <a:gd name="connsiteY1" fmla="*/ 0 h 16096"/>
                <a:gd name="connsiteX2" fmla="*/ 149955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5" y="0"/>
                  </a:lnTo>
                  <a:lnTo>
                    <a:pt x="149955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6" name="자유형: 도형 1382">
              <a:extLst>
                <a:ext uri="{FF2B5EF4-FFF2-40B4-BE49-F238E27FC236}">
                  <a16:creationId xmlns:a16="http://schemas.microsoft.com/office/drawing/2014/main" id="{F68A02BC-590E-42BE-A9B6-F0A05270209D}"/>
                </a:ext>
              </a:extLst>
            </p:cNvPr>
            <p:cNvSpPr/>
            <p:nvPr/>
          </p:nvSpPr>
          <p:spPr>
            <a:xfrm>
              <a:off x="8144575" y="776165"/>
              <a:ext cx="112672" cy="16096"/>
            </a:xfrm>
            <a:custGeom>
              <a:avLst/>
              <a:gdLst>
                <a:gd name="connsiteX0" fmla="*/ 0 w 112672"/>
                <a:gd name="connsiteY0" fmla="*/ 0 h 16096"/>
                <a:gd name="connsiteX1" fmla="*/ 112672 w 112672"/>
                <a:gd name="connsiteY1" fmla="*/ 0 h 16096"/>
                <a:gd name="connsiteX2" fmla="*/ 112672 w 112672"/>
                <a:gd name="connsiteY2" fmla="*/ 16096 h 16096"/>
                <a:gd name="connsiteX3" fmla="*/ 0 w 112672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672" h="16096">
                  <a:moveTo>
                    <a:pt x="0" y="0"/>
                  </a:moveTo>
                  <a:lnTo>
                    <a:pt x="112672" y="0"/>
                  </a:lnTo>
                  <a:lnTo>
                    <a:pt x="112672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37" name="직사각형 36"/>
          <p:cNvSpPr/>
          <p:nvPr userDrawn="1"/>
        </p:nvSpPr>
        <p:spPr>
          <a:xfrm>
            <a:off x="448196" y="372418"/>
            <a:ext cx="14061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700" spc="-20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실시 개요</a:t>
            </a:r>
            <a:endParaRPr lang="ko-KR" altLang="en-US" sz="2700" dirty="0">
              <a:solidFill>
                <a:srgbClr val="36A86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8C606F-47CF-E41A-044E-0266590F86DE}"/>
              </a:ext>
            </a:extLst>
          </p:cNvPr>
          <p:cNvSpPr txBox="1"/>
          <p:nvPr userDrawn="1"/>
        </p:nvSpPr>
        <p:spPr>
          <a:xfrm>
            <a:off x="8676474" y="144000"/>
            <a:ext cx="1014726" cy="25712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none" lIns="18000" tIns="10800" rIns="36000" bIns="0" rtlCol="0" anchor="t">
            <a:spAutoFit/>
          </a:bodyPr>
          <a:lstStyle/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고객사명</a:t>
            </a:r>
            <a: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_</a:t>
            </a:r>
            <a:r>
              <a:rPr lang="ko-KR" altLang="en-US" sz="800" spc="0" baseline="0" dirty="0" err="1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과정명</a:t>
            </a:r>
            <a:b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</a:b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과정운영 결과보고서</a:t>
            </a:r>
          </a:p>
        </p:txBody>
      </p:sp>
    </p:spTree>
    <p:extLst>
      <p:ext uri="{BB962C8B-B14F-4D97-AF65-F5344CB8AC3E}">
        <p14:creationId xmlns:p14="http://schemas.microsoft.com/office/powerpoint/2010/main" val="3747635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958" userDrawn="1">
          <p15:clr>
            <a:srgbClr val="9FCC3B"/>
          </p15:clr>
        </p15:guide>
        <p15:guide id="1" orient="horz" pos="2160">
          <p15:clr>
            <a:srgbClr val="FBAE40"/>
          </p15:clr>
        </p15:guide>
        <p15:guide id="2" orient="horz" pos="4002">
          <p15:clr>
            <a:srgbClr val="9FCC3B"/>
          </p15:clr>
        </p15:guide>
        <p15:guide id="3" pos="3120">
          <p15:clr>
            <a:srgbClr val="FBAE40"/>
          </p15:clr>
        </p15:guide>
        <p15:guide id="4" pos="203">
          <p15:clr>
            <a:srgbClr val="9FCC3B"/>
          </p15:clr>
        </p15:guide>
        <p15:guide id="5" pos="6036">
          <p15:clr>
            <a:srgbClr val="9FCC3B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0" y="6498000"/>
            <a:ext cx="9907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그림 개체 틀 8">
            <a:extLst>
              <a:ext uri="{FF2B5EF4-FFF2-40B4-BE49-F238E27FC236}">
                <a16:creationId xmlns:a16="http://schemas.microsoft.com/office/drawing/2014/main" id="{B5BB7B75-4747-4FA3-B794-5ABCDBB070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4001" y="1506057"/>
            <a:ext cx="2540768" cy="359434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4" name="그림 개체 틀 8">
            <a:extLst>
              <a:ext uri="{FF2B5EF4-FFF2-40B4-BE49-F238E27FC236}">
                <a16:creationId xmlns:a16="http://schemas.microsoft.com/office/drawing/2014/main" id="{1F4A9F2C-6121-7341-A514-6A7B195DB6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01040" y="1819251"/>
            <a:ext cx="2540768" cy="359434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1" name="그림 개체 틀 8">
            <a:extLst>
              <a:ext uri="{FF2B5EF4-FFF2-40B4-BE49-F238E27FC236}">
                <a16:creationId xmlns:a16="http://schemas.microsoft.com/office/drawing/2014/main" id="{1F4A9F2C-6121-7341-A514-6A7B195DB6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8079" y="2132445"/>
            <a:ext cx="2540768" cy="359434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2" name="그림 개체 틀 8">
            <a:extLst>
              <a:ext uri="{FF2B5EF4-FFF2-40B4-BE49-F238E27FC236}">
                <a16:creationId xmlns:a16="http://schemas.microsoft.com/office/drawing/2014/main" id="{1F4A9F2C-6121-7341-A514-6A7B195DB6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2156" y="2758835"/>
            <a:ext cx="2540768" cy="359434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5" name="그림 개체 틀 8">
            <a:extLst>
              <a:ext uri="{FF2B5EF4-FFF2-40B4-BE49-F238E27FC236}">
                <a16:creationId xmlns:a16="http://schemas.microsoft.com/office/drawing/2014/main" id="{1F4A9F2C-6121-7341-A514-6A7B195DB60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55118" y="2445640"/>
            <a:ext cx="2540768" cy="359434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D2E497-DC81-4DB8-B1A5-BFC4C9FD87AD}"/>
              </a:ext>
            </a:extLst>
          </p:cNvPr>
          <p:cNvSpPr txBox="1"/>
          <p:nvPr userDrawn="1"/>
        </p:nvSpPr>
        <p:spPr>
          <a:xfrm>
            <a:off x="4657887" y="6552000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algn="ctr" defTabSz="457200" rtl="0" eaLnBrk="1" latinLnBrk="0" hangingPunct="1"/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 </a:t>
            </a:r>
            <a:fld id="{FE956E00-98D8-4B71-9451-472125E19CED}" type="slidenum">
              <a:rPr lang="ko-KR" altLang="en-US" sz="800" kern="1200" spc="0" smtClean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marL="0" algn="ctr" defTabSz="457200" rtl="0" eaLnBrk="1" latinLnBrk="0" hangingPunct="1"/>
              <a:t>‹#›</a:t>
            </a:fld>
            <a:r>
              <a:rPr lang="ko-KR" altLang="en-US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</a:t>
            </a:r>
            <a:endParaRPr lang="ko-KR" altLang="en-US" sz="800" kern="1200" spc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0"/>
              </a:gra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cxnSp>
        <p:nvCxnSpPr>
          <p:cNvPr id="17" name="직선 연결선 16"/>
          <p:cNvCxnSpPr/>
          <p:nvPr userDrawn="1"/>
        </p:nvCxnSpPr>
        <p:spPr>
          <a:xfrm>
            <a:off x="308484" y="0"/>
            <a:ext cx="0" cy="797983"/>
          </a:xfrm>
          <a:prstGeom prst="line">
            <a:avLst/>
          </a:prstGeom>
          <a:ln w="12700">
            <a:solidFill>
              <a:srgbClr val="1EBC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3">
            <a:extLst>
              <a:ext uri="{FF2B5EF4-FFF2-40B4-BE49-F238E27FC236}">
                <a16:creationId xmlns:a16="http://schemas.microsoft.com/office/drawing/2014/main" id="{573C4F1F-DE48-F3D9-D703-2BDCF6DE62A4}"/>
              </a:ext>
            </a:extLst>
          </p:cNvPr>
          <p:cNvSpPr/>
          <p:nvPr userDrawn="1"/>
        </p:nvSpPr>
        <p:spPr>
          <a:xfrm>
            <a:off x="322263" y="944724"/>
            <a:ext cx="9259887" cy="460524"/>
          </a:xfrm>
          <a:prstGeom prst="roundRect">
            <a:avLst>
              <a:gd name="adj" fmla="val 532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3" name="TextBox 224">
            <a:extLst>
              <a:ext uri="{FF2B5EF4-FFF2-40B4-BE49-F238E27FC236}">
                <a16:creationId xmlns:a16="http://schemas.microsoft.com/office/drawing/2014/main" id="{E8363737-0FA4-1F4A-BA95-CCC2C81FB5AC}"/>
              </a:ext>
            </a:extLst>
          </p:cNvPr>
          <p:cNvSpPr txBox="1"/>
          <p:nvPr userDrawn="1"/>
        </p:nvSpPr>
        <p:spPr>
          <a:xfrm>
            <a:off x="944503" y="1083186"/>
            <a:ext cx="2210816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algn="ctr" defTabSz="903124">
              <a:spcBef>
                <a:spcPts val="363"/>
              </a:spcBef>
              <a:defRPr sz="1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ko-KR" altLang="en-US" sz="14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교재</a:t>
            </a:r>
            <a:endParaRPr lang="en-US" altLang="ko-KR" sz="14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grpSp>
        <p:nvGrpSpPr>
          <p:cNvPr id="24" name="그래픽 2">
            <a:extLst>
              <a:ext uri="{FF2B5EF4-FFF2-40B4-BE49-F238E27FC236}">
                <a16:creationId xmlns:a16="http://schemas.microsoft.com/office/drawing/2014/main" id="{7AF37B85-DE63-A572-D86A-E2910E52142F}"/>
              </a:ext>
            </a:extLst>
          </p:cNvPr>
          <p:cNvGrpSpPr/>
          <p:nvPr userDrawn="1"/>
        </p:nvGrpSpPr>
        <p:grpSpPr>
          <a:xfrm>
            <a:off x="496602" y="1031763"/>
            <a:ext cx="218698" cy="275374"/>
            <a:chOff x="8033141" y="487400"/>
            <a:chExt cx="281886" cy="354937"/>
          </a:xfrm>
        </p:grpSpPr>
        <p:sp>
          <p:nvSpPr>
            <p:cNvPr id="25" name="자유형: 도형 1370">
              <a:extLst>
                <a:ext uri="{FF2B5EF4-FFF2-40B4-BE49-F238E27FC236}">
                  <a16:creationId xmlns:a16="http://schemas.microsoft.com/office/drawing/2014/main" id="{AFAC6270-811C-FD39-FFDB-77F769898724}"/>
                </a:ext>
              </a:extLst>
            </p:cNvPr>
            <p:cNvSpPr/>
            <p:nvPr/>
          </p:nvSpPr>
          <p:spPr>
            <a:xfrm>
              <a:off x="8033141" y="487400"/>
              <a:ext cx="196315" cy="256848"/>
            </a:xfrm>
            <a:custGeom>
              <a:avLst/>
              <a:gdLst>
                <a:gd name="connsiteX0" fmla="*/ 90867 w 196315"/>
                <a:gd name="connsiteY0" fmla="*/ 108751 h 256848"/>
                <a:gd name="connsiteX1" fmla="*/ 92448 w 196315"/>
                <a:gd name="connsiteY1" fmla="*/ 104968 h 256848"/>
                <a:gd name="connsiteX2" fmla="*/ 96232 w 196315"/>
                <a:gd name="connsiteY2" fmla="*/ 103386 h 256848"/>
                <a:gd name="connsiteX3" fmla="*/ 196316 w 196315"/>
                <a:gd name="connsiteY3" fmla="*/ 103386 h 256848"/>
                <a:gd name="connsiteX4" fmla="*/ 196316 w 196315"/>
                <a:gd name="connsiteY4" fmla="*/ 8048 h 256848"/>
                <a:gd name="connsiteX5" fmla="*/ 193977 w 196315"/>
                <a:gd name="connsiteY5" fmla="*/ 2339 h 256848"/>
                <a:gd name="connsiteX6" fmla="*/ 188268 w 196315"/>
                <a:gd name="connsiteY6" fmla="*/ 0 h 256848"/>
                <a:gd name="connsiteX7" fmla="*/ 8047 w 196315"/>
                <a:gd name="connsiteY7" fmla="*/ 0 h 256848"/>
                <a:gd name="connsiteX8" fmla="*/ 2339 w 196315"/>
                <a:gd name="connsiteY8" fmla="*/ 2339 h 256848"/>
                <a:gd name="connsiteX9" fmla="*/ 0 w 196315"/>
                <a:gd name="connsiteY9" fmla="*/ 8048 h 256848"/>
                <a:gd name="connsiteX10" fmla="*/ 0 w 196315"/>
                <a:gd name="connsiteY10" fmla="*/ 248800 h 256848"/>
                <a:gd name="connsiteX11" fmla="*/ 2339 w 196315"/>
                <a:gd name="connsiteY11" fmla="*/ 254510 h 256848"/>
                <a:gd name="connsiteX12" fmla="*/ 8047 w 196315"/>
                <a:gd name="connsiteY12" fmla="*/ 256848 h 256848"/>
                <a:gd name="connsiteX13" fmla="*/ 90867 w 196315"/>
                <a:gd name="connsiteY13" fmla="*/ 256848 h 256848"/>
                <a:gd name="connsiteX14" fmla="*/ 90867 w 196315"/>
                <a:gd name="connsiteY14" fmla="*/ 108751 h 256848"/>
                <a:gd name="connsiteX15" fmla="*/ 22080 w 196315"/>
                <a:gd name="connsiteY15" fmla="*/ 167632 h 256848"/>
                <a:gd name="connsiteX16" fmla="*/ 22080 w 196315"/>
                <a:gd name="connsiteY16" fmla="*/ 151536 h 256848"/>
                <a:gd name="connsiteX17" fmla="*/ 86464 w 196315"/>
                <a:gd name="connsiteY17" fmla="*/ 151536 h 256848"/>
                <a:gd name="connsiteX18" fmla="*/ 86464 w 196315"/>
                <a:gd name="connsiteY18" fmla="*/ 167632 h 256848"/>
                <a:gd name="connsiteX19" fmla="*/ 22080 w 196315"/>
                <a:gd name="connsiteY19" fmla="*/ 167632 h 256848"/>
                <a:gd name="connsiteX20" fmla="*/ 86464 w 196315"/>
                <a:gd name="connsiteY20" fmla="*/ 187993 h 256848"/>
                <a:gd name="connsiteX21" fmla="*/ 86464 w 196315"/>
                <a:gd name="connsiteY21" fmla="*/ 204089 h 256848"/>
                <a:gd name="connsiteX22" fmla="*/ 23181 w 196315"/>
                <a:gd name="connsiteY22" fmla="*/ 204089 h 256848"/>
                <a:gd name="connsiteX23" fmla="*/ 23181 w 196315"/>
                <a:gd name="connsiteY23" fmla="*/ 187993 h 256848"/>
                <a:gd name="connsiteX24" fmla="*/ 86464 w 196315"/>
                <a:gd name="connsiteY24" fmla="*/ 187993 h 256848"/>
                <a:gd name="connsiteX25" fmla="*/ 23181 w 196315"/>
                <a:gd name="connsiteY25" fmla="*/ 131176 h 256848"/>
                <a:gd name="connsiteX26" fmla="*/ 23181 w 196315"/>
                <a:gd name="connsiteY26" fmla="*/ 115080 h 256848"/>
                <a:gd name="connsiteX27" fmla="*/ 86464 w 196315"/>
                <a:gd name="connsiteY27" fmla="*/ 115080 h 256848"/>
                <a:gd name="connsiteX28" fmla="*/ 86464 w 196315"/>
                <a:gd name="connsiteY28" fmla="*/ 131176 h 256848"/>
                <a:gd name="connsiteX29" fmla="*/ 23181 w 196315"/>
                <a:gd name="connsiteY29" fmla="*/ 131176 h 256848"/>
                <a:gd name="connsiteX30" fmla="*/ 173135 w 196315"/>
                <a:gd name="connsiteY30" fmla="*/ 94719 h 256848"/>
                <a:gd name="connsiteX31" fmla="*/ 23181 w 196315"/>
                <a:gd name="connsiteY31" fmla="*/ 94719 h 256848"/>
                <a:gd name="connsiteX32" fmla="*/ 23181 w 196315"/>
                <a:gd name="connsiteY32" fmla="*/ 78623 h 256848"/>
                <a:gd name="connsiteX33" fmla="*/ 173135 w 196315"/>
                <a:gd name="connsiteY33" fmla="*/ 78623 h 256848"/>
                <a:gd name="connsiteX34" fmla="*/ 173135 w 196315"/>
                <a:gd name="connsiteY34" fmla="*/ 94719 h 256848"/>
                <a:gd name="connsiteX35" fmla="*/ 173135 w 196315"/>
                <a:gd name="connsiteY35" fmla="*/ 58262 h 256848"/>
                <a:gd name="connsiteX36" fmla="*/ 38382 w 196315"/>
                <a:gd name="connsiteY36" fmla="*/ 58262 h 256848"/>
                <a:gd name="connsiteX37" fmla="*/ 38382 w 196315"/>
                <a:gd name="connsiteY37" fmla="*/ 42166 h 256848"/>
                <a:gd name="connsiteX38" fmla="*/ 173135 w 196315"/>
                <a:gd name="connsiteY38" fmla="*/ 42166 h 256848"/>
                <a:gd name="connsiteX39" fmla="*/ 173135 w 196315"/>
                <a:gd name="connsiteY39" fmla="*/ 58262 h 256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315" h="256848">
                  <a:moveTo>
                    <a:pt x="90867" y="108751"/>
                  </a:moveTo>
                  <a:cubicBezTo>
                    <a:pt x="90867" y="107307"/>
                    <a:pt x="91417" y="105931"/>
                    <a:pt x="92448" y="104968"/>
                  </a:cubicBezTo>
                  <a:cubicBezTo>
                    <a:pt x="93480" y="103936"/>
                    <a:pt x="94856" y="103386"/>
                    <a:pt x="96232" y="103386"/>
                  </a:cubicBezTo>
                  <a:lnTo>
                    <a:pt x="196316" y="103386"/>
                  </a:lnTo>
                  <a:lnTo>
                    <a:pt x="196316" y="8048"/>
                  </a:lnTo>
                  <a:cubicBezTo>
                    <a:pt x="196316" y="5916"/>
                    <a:pt x="195490" y="3852"/>
                    <a:pt x="193977" y="2339"/>
                  </a:cubicBezTo>
                  <a:cubicBezTo>
                    <a:pt x="192464" y="825"/>
                    <a:pt x="190400" y="0"/>
                    <a:pt x="188268" y="0"/>
                  </a:cubicBezTo>
                  <a:lnTo>
                    <a:pt x="8047" y="0"/>
                  </a:lnTo>
                  <a:cubicBezTo>
                    <a:pt x="5916" y="0"/>
                    <a:pt x="3852" y="894"/>
                    <a:pt x="2339" y="2339"/>
                  </a:cubicBezTo>
                  <a:cubicBezTo>
                    <a:pt x="825" y="3852"/>
                    <a:pt x="0" y="5916"/>
                    <a:pt x="0" y="8048"/>
                  </a:cubicBezTo>
                  <a:lnTo>
                    <a:pt x="0" y="248800"/>
                  </a:lnTo>
                  <a:cubicBezTo>
                    <a:pt x="0" y="250933"/>
                    <a:pt x="893" y="252996"/>
                    <a:pt x="2339" y="254510"/>
                  </a:cubicBezTo>
                  <a:cubicBezTo>
                    <a:pt x="3852" y="256023"/>
                    <a:pt x="5916" y="256848"/>
                    <a:pt x="8047" y="256848"/>
                  </a:cubicBezTo>
                  <a:lnTo>
                    <a:pt x="90867" y="256848"/>
                  </a:lnTo>
                  <a:lnTo>
                    <a:pt x="90867" y="108751"/>
                  </a:lnTo>
                  <a:close/>
                  <a:moveTo>
                    <a:pt x="22080" y="167632"/>
                  </a:moveTo>
                  <a:lnTo>
                    <a:pt x="22080" y="151536"/>
                  </a:lnTo>
                  <a:lnTo>
                    <a:pt x="86464" y="151536"/>
                  </a:lnTo>
                  <a:lnTo>
                    <a:pt x="86464" y="167632"/>
                  </a:lnTo>
                  <a:lnTo>
                    <a:pt x="22080" y="167632"/>
                  </a:lnTo>
                  <a:close/>
                  <a:moveTo>
                    <a:pt x="86464" y="187993"/>
                  </a:moveTo>
                  <a:lnTo>
                    <a:pt x="86464" y="204089"/>
                  </a:lnTo>
                  <a:lnTo>
                    <a:pt x="23181" y="204089"/>
                  </a:lnTo>
                  <a:lnTo>
                    <a:pt x="23181" y="187993"/>
                  </a:lnTo>
                  <a:lnTo>
                    <a:pt x="86464" y="187993"/>
                  </a:lnTo>
                  <a:close/>
                  <a:moveTo>
                    <a:pt x="23181" y="131176"/>
                  </a:moveTo>
                  <a:lnTo>
                    <a:pt x="23181" y="115080"/>
                  </a:lnTo>
                  <a:lnTo>
                    <a:pt x="86464" y="115080"/>
                  </a:lnTo>
                  <a:lnTo>
                    <a:pt x="86464" y="131176"/>
                  </a:lnTo>
                  <a:lnTo>
                    <a:pt x="23181" y="131176"/>
                  </a:lnTo>
                  <a:close/>
                  <a:moveTo>
                    <a:pt x="173135" y="94719"/>
                  </a:moveTo>
                  <a:lnTo>
                    <a:pt x="23181" y="94719"/>
                  </a:lnTo>
                  <a:lnTo>
                    <a:pt x="23181" y="78623"/>
                  </a:lnTo>
                  <a:lnTo>
                    <a:pt x="173135" y="78623"/>
                  </a:lnTo>
                  <a:lnTo>
                    <a:pt x="173135" y="94719"/>
                  </a:lnTo>
                  <a:close/>
                  <a:moveTo>
                    <a:pt x="173135" y="58262"/>
                  </a:moveTo>
                  <a:lnTo>
                    <a:pt x="38382" y="58262"/>
                  </a:lnTo>
                  <a:lnTo>
                    <a:pt x="38382" y="42166"/>
                  </a:lnTo>
                  <a:lnTo>
                    <a:pt x="173135" y="42166"/>
                  </a:lnTo>
                  <a:lnTo>
                    <a:pt x="173135" y="58262"/>
                  </a:lnTo>
                  <a:close/>
                </a:path>
              </a:pathLst>
            </a:custGeom>
            <a:solidFill>
              <a:srgbClr val="97A6D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6" name="자유형: 도형 1371">
              <a:extLst>
                <a:ext uri="{FF2B5EF4-FFF2-40B4-BE49-F238E27FC236}">
                  <a16:creationId xmlns:a16="http://schemas.microsoft.com/office/drawing/2014/main" id="{4F4BA078-8AE8-A146-02E6-4FE3ECF0E64A}"/>
                </a:ext>
              </a:extLst>
            </p:cNvPr>
            <p:cNvSpPr/>
            <p:nvPr/>
          </p:nvSpPr>
          <p:spPr>
            <a:xfrm>
              <a:off x="8071592" y="529634"/>
              <a:ext cx="134752" cy="16096"/>
            </a:xfrm>
            <a:custGeom>
              <a:avLst/>
              <a:gdLst>
                <a:gd name="connsiteX0" fmla="*/ 0 w 134752"/>
                <a:gd name="connsiteY0" fmla="*/ 0 h 16096"/>
                <a:gd name="connsiteX1" fmla="*/ 134752 w 134752"/>
                <a:gd name="connsiteY1" fmla="*/ 0 h 16096"/>
                <a:gd name="connsiteX2" fmla="*/ 134752 w 134752"/>
                <a:gd name="connsiteY2" fmla="*/ 16096 h 16096"/>
                <a:gd name="connsiteX3" fmla="*/ 0 w 134752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752" h="16096">
                  <a:moveTo>
                    <a:pt x="0" y="0"/>
                  </a:moveTo>
                  <a:lnTo>
                    <a:pt x="134752" y="0"/>
                  </a:lnTo>
                  <a:lnTo>
                    <a:pt x="134752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7" name="자유형: 도형 1372">
              <a:extLst>
                <a:ext uri="{FF2B5EF4-FFF2-40B4-BE49-F238E27FC236}">
                  <a16:creationId xmlns:a16="http://schemas.microsoft.com/office/drawing/2014/main" id="{142B8EAD-CCF7-D11E-976C-8D3B41D0E094}"/>
                </a:ext>
              </a:extLst>
            </p:cNvPr>
            <p:cNvSpPr/>
            <p:nvPr/>
          </p:nvSpPr>
          <p:spPr>
            <a:xfrm>
              <a:off x="8056391" y="566091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4 w 149954"/>
                <a:gd name="connsiteY1" fmla="*/ 0 h 16096"/>
                <a:gd name="connsiteX2" fmla="*/ 149954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4" y="0"/>
                  </a:lnTo>
                  <a:lnTo>
                    <a:pt x="149954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8" name="자유형: 도형 1373">
              <a:extLst>
                <a:ext uri="{FF2B5EF4-FFF2-40B4-BE49-F238E27FC236}">
                  <a16:creationId xmlns:a16="http://schemas.microsoft.com/office/drawing/2014/main" id="{A474F0B9-20B5-02DD-FCDB-40CCD346E8A1}"/>
                </a:ext>
              </a:extLst>
            </p:cNvPr>
            <p:cNvSpPr/>
            <p:nvPr/>
          </p:nvSpPr>
          <p:spPr>
            <a:xfrm>
              <a:off x="8056391" y="602548"/>
              <a:ext cx="63283" cy="16096"/>
            </a:xfrm>
            <a:custGeom>
              <a:avLst/>
              <a:gdLst>
                <a:gd name="connsiteX0" fmla="*/ 0 w 63283"/>
                <a:gd name="connsiteY0" fmla="*/ 0 h 16096"/>
                <a:gd name="connsiteX1" fmla="*/ 63283 w 63283"/>
                <a:gd name="connsiteY1" fmla="*/ 0 h 16096"/>
                <a:gd name="connsiteX2" fmla="*/ 63283 w 63283"/>
                <a:gd name="connsiteY2" fmla="*/ 16096 h 16096"/>
                <a:gd name="connsiteX3" fmla="*/ 0 w 63283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283" h="16096">
                  <a:moveTo>
                    <a:pt x="0" y="0"/>
                  </a:moveTo>
                  <a:lnTo>
                    <a:pt x="63283" y="0"/>
                  </a:lnTo>
                  <a:lnTo>
                    <a:pt x="63283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29" name="자유형: 도형 1374">
              <a:extLst>
                <a:ext uri="{FF2B5EF4-FFF2-40B4-BE49-F238E27FC236}">
                  <a16:creationId xmlns:a16="http://schemas.microsoft.com/office/drawing/2014/main" id="{B12C59A0-743E-AB40-3FC9-66F9D66BFAF9}"/>
                </a:ext>
              </a:extLst>
            </p:cNvPr>
            <p:cNvSpPr/>
            <p:nvPr/>
          </p:nvSpPr>
          <p:spPr>
            <a:xfrm>
              <a:off x="8055290" y="639005"/>
              <a:ext cx="64384" cy="16096"/>
            </a:xfrm>
            <a:custGeom>
              <a:avLst/>
              <a:gdLst>
                <a:gd name="connsiteX0" fmla="*/ 0 w 64384"/>
                <a:gd name="connsiteY0" fmla="*/ 0 h 16096"/>
                <a:gd name="connsiteX1" fmla="*/ 64384 w 64384"/>
                <a:gd name="connsiteY1" fmla="*/ 0 h 16096"/>
                <a:gd name="connsiteX2" fmla="*/ 64384 w 64384"/>
                <a:gd name="connsiteY2" fmla="*/ 16096 h 16096"/>
                <a:gd name="connsiteX3" fmla="*/ 0 w 6438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84" h="16096">
                  <a:moveTo>
                    <a:pt x="0" y="0"/>
                  </a:moveTo>
                  <a:lnTo>
                    <a:pt x="64384" y="0"/>
                  </a:lnTo>
                  <a:lnTo>
                    <a:pt x="64384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0" name="자유형: 도형 1375">
              <a:extLst>
                <a:ext uri="{FF2B5EF4-FFF2-40B4-BE49-F238E27FC236}">
                  <a16:creationId xmlns:a16="http://schemas.microsoft.com/office/drawing/2014/main" id="{96974797-10E5-D56C-E2BB-2305618191A9}"/>
                </a:ext>
              </a:extLst>
            </p:cNvPr>
            <p:cNvSpPr/>
            <p:nvPr/>
          </p:nvSpPr>
          <p:spPr>
            <a:xfrm>
              <a:off x="8056391" y="675461"/>
              <a:ext cx="63283" cy="16096"/>
            </a:xfrm>
            <a:custGeom>
              <a:avLst/>
              <a:gdLst>
                <a:gd name="connsiteX0" fmla="*/ 0 w 63283"/>
                <a:gd name="connsiteY0" fmla="*/ 0 h 16096"/>
                <a:gd name="connsiteX1" fmla="*/ 63283 w 63283"/>
                <a:gd name="connsiteY1" fmla="*/ 0 h 16096"/>
                <a:gd name="connsiteX2" fmla="*/ 63283 w 63283"/>
                <a:gd name="connsiteY2" fmla="*/ 16096 h 16096"/>
                <a:gd name="connsiteX3" fmla="*/ 0 w 63283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283" h="16096">
                  <a:moveTo>
                    <a:pt x="0" y="0"/>
                  </a:moveTo>
                  <a:lnTo>
                    <a:pt x="63283" y="0"/>
                  </a:lnTo>
                  <a:lnTo>
                    <a:pt x="63283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1" name="자유형: 도형 1376">
              <a:extLst>
                <a:ext uri="{FF2B5EF4-FFF2-40B4-BE49-F238E27FC236}">
                  <a16:creationId xmlns:a16="http://schemas.microsoft.com/office/drawing/2014/main" id="{0C6C71E8-ADC0-8E50-7191-EA21E709AD0C}"/>
                </a:ext>
              </a:extLst>
            </p:cNvPr>
            <p:cNvSpPr/>
            <p:nvPr/>
          </p:nvSpPr>
          <p:spPr>
            <a:xfrm>
              <a:off x="8134807" y="601516"/>
              <a:ext cx="169489" cy="230021"/>
            </a:xfrm>
            <a:custGeom>
              <a:avLst/>
              <a:gdLst>
                <a:gd name="connsiteX0" fmla="*/ 169490 w 169489"/>
                <a:gd name="connsiteY0" fmla="*/ 0 h 230021"/>
                <a:gd name="connsiteX1" fmla="*/ 0 w 169489"/>
                <a:gd name="connsiteY1" fmla="*/ 0 h 230021"/>
                <a:gd name="connsiteX2" fmla="*/ 0 w 169489"/>
                <a:gd name="connsiteY2" fmla="*/ 230022 h 230021"/>
                <a:gd name="connsiteX3" fmla="*/ 169490 w 169489"/>
                <a:gd name="connsiteY3" fmla="*/ 230022 h 230021"/>
                <a:gd name="connsiteX4" fmla="*/ 169490 w 169489"/>
                <a:gd name="connsiteY4" fmla="*/ 0 h 230021"/>
                <a:gd name="connsiteX5" fmla="*/ 122440 w 169489"/>
                <a:gd name="connsiteY5" fmla="*/ 190745 h 230021"/>
                <a:gd name="connsiteX6" fmla="*/ 9768 w 169489"/>
                <a:gd name="connsiteY6" fmla="*/ 190745 h 230021"/>
                <a:gd name="connsiteX7" fmla="*/ 9768 w 169489"/>
                <a:gd name="connsiteY7" fmla="*/ 174649 h 230021"/>
                <a:gd name="connsiteX8" fmla="*/ 122440 w 169489"/>
                <a:gd name="connsiteY8" fmla="*/ 174649 h 230021"/>
                <a:gd name="connsiteX9" fmla="*/ 122440 w 169489"/>
                <a:gd name="connsiteY9" fmla="*/ 190745 h 230021"/>
                <a:gd name="connsiteX10" fmla="*/ 159723 w 169489"/>
                <a:gd name="connsiteY10" fmla="*/ 154288 h 230021"/>
                <a:gd name="connsiteX11" fmla="*/ 9768 w 169489"/>
                <a:gd name="connsiteY11" fmla="*/ 154288 h 230021"/>
                <a:gd name="connsiteX12" fmla="*/ 9768 w 169489"/>
                <a:gd name="connsiteY12" fmla="*/ 138192 h 230021"/>
                <a:gd name="connsiteX13" fmla="*/ 159723 w 169489"/>
                <a:gd name="connsiteY13" fmla="*/ 138192 h 230021"/>
                <a:gd name="connsiteX14" fmla="*/ 159723 w 169489"/>
                <a:gd name="connsiteY14" fmla="*/ 154288 h 230021"/>
                <a:gd name="connsiteX15" fmla="*/ 159723 w 169489"/>
                <a:gd name="connsiteY15" fmla="*/ 117831 h 230021"/>
                <a:gd name="connsiteX16" fmla="*/ 9768 w 169489"/>
                <a:gd name="connsiteY16" fmla="*/ 117831 h 230021"/>
                <a:gd name="connsiteX17" fmla="*/ 9768 w 169489"/>
                <a:gd name="connsiteY17" fmla="*/ 101735 h 230021"/>
                <a:gd name="connsiteX18" fmla="*/ 159723 w 169489"/>
                <a:gd name="connsiteY18" fmla="*/ 101735 h 230021"/>
                <a:gd name="connsiteX19" fmla="*/ 159723 w 169489"/>
                <a:gd name="connsiteY19" fmla="*/ 117831 h 230021"/>
                <a:gd name="connsiteX20" fmla="*/ 159723 w 169489"/>
                <a:gd name="connsiteY20" fmla="*/ 81374 h 230021"/>
                <a:gd name="connsiteX21" fmla="*/ 9768 w 169489"/>
                <a:gd name="connsiteY21" fmla="*/ 81374 h 230021"/>
                <a:gd name="connsiteX22" fmla="*/ 9768 w 169489"/>
                <a:gd name="connsiteY22" fmla="*/ 65278 h 230021"/>
                <a:gd name="connsiteX23" fmla="*/ 159723 w 169489"/>
                <a:gd name="connsiteY23" fmla="*/ 65278 h 230021"/>
                <a:gd name="connsiteX24" fmla="*/ 159723 w 169489"/>
                <a:gd name="connsiteY24" fmla="*/ 81374 h 230021"/>
                <a:gd name="connsiteX25" fmla="*/ 24969 w 169489"/>
                <a:gd name="connsiteY25" fmla="*/ 44917 h 230021"/>
                <a:gd name="connsiteX26" fmla="*/ 24969 w 169489"/>
                <a:gd name="connsiteY26" fmla="*/ 28821 h 230021"/>
                <a:gd name="connsiteX27" fmla="*/ 159723 w 169489"/>
                <a:gd name="connsiteY27" fmla="*/ 28821 h 230021"/>
                <a:gd name="connsiteX28" fmla="*/ 159723 w 169489"/>
                <a:gd name="connsiteY28" fmla="*/ 44917 h 230021"/>
                <a:gd name="connsiteX29" fmla="*/ 24969 w 169489"/>
                <a:gd name="connsiteY29" fmla="*/ 44917 h 230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69489" h="230021">
                  <a:moveTo>
                    <a:pt x="169490" y="0"/>
                  </a:moveTo>
                  <a:lnTo>
                    <a:pt x="0" y="0"/>
                  </a:lnTo>
                  <a:lnTo>
                    <a:pt x="0" y="230022"/>
                  </a:lnTo>
                  <a:lnTo>
                    <a:pt x="169490" y="230022"/>
                  </a:lnTo>
                  <a:lnTo>
                    <a:pt x="169490" y="0"/>
                  </a:lnTo>
                  <a:close/>
                  <a:moveTo>
                    <a:pt x="122440" y="190745"/>
                  </a:moveTo>
                  <a:lnTo>
                    <a:pt x="9768" y="190745"/>
                  </a:lnTo>
                  <a:lnTo>
                    <a:pt x="9768" y="174649"/>
                  </a:lnTo>
                  <a:lnTo>
                    <a:pt x="122440" y="174649"/>
                  </a:lnTo>
                  <a:lnTo>
                    <a:pt x="122440" y="190745"/>
                  </a:lnTo>
                  <a:close/>
                  <a:moveTo>
                    <a:pt x="159723" y="154288"/>
                  </a:moveTo>
                  <a:lnTo>
                    <a:pt x="9768" y="154288"/>
                  </a:lnTo>
                  <a:lnTo>
                    <a:pt x="9768" y="138192"/>
                  </a:lnTo>
                  <a:lnTo>
                    <a:pt x="159723" y="138192"/>
                  </a:lnTo>
                  <a:lnTo>
                    <a:pt x="159723" y="154288"/>
                  </a:lnTo>
                  <a:close/>
                  <a:moveTo>
                    <a:pt x="159723" y="117831"/>
                  </a:moveTo>
                  <a:lnTo>
                    <a:pt x="9768" y="117831"/>
                  </a:lnTo>
                  <a:lnTo>
                    <a:pt x="9768" y="101735"/>
                  </a:lnTo>
                  <a:lnTo>
                    <a:pt x="159723" y="101735"/>
                  </a:lnTo>
                  <a:lnTo>
                    <a:pt x="159723" y="117831"/>
                  </a:lnTo>
                  <a:close/>
                  <a:moveTo>
                    <a:pt x="159723" y="81374"/>
                  </a:moveTo>
                  <a:lnTo>
                    <a:pt x="9768" y="81374"/>
                  </a:lnTo>
                  <a:lnTo>
                    <a:pt x="9768" y="65278"/>
                  </a:lnTo>
                  <a:lnTo>
                    <a:pt x="159723" y="65278"/>
                  </a:lnTo>
                  <a:lnTo>
                    <a:pt x="159723" y="81374"/>
                  </a:lnTo>
                  <a:close/>
                  <a:moveTo>
                    <a:pt x="24969" y="44917"/>
                  </a:moveTo>
                  <a:lnTo>
                    <a:pt x="24969" y="28821"/>
                  </a:lnTo>
                  <a:lnTo>
                    <a:pt x="159723" y="28821"/>
                  </a:lnTo>
                  <a:lnTo>
                    <a:pt x="159723" y="44917"/>
                  </a:lnTo>
                  <a:lnTo>
                    <a:pt x="24969" y="4491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2" name="자유형: 도형 1377">
              <a:extLst>
                <a:ext uri="{FF2B5EF4-FFF2-40B4-BE49-F238E27FC236}">
                  <a16:creationId xmlns:a16="http://schemas.microsoft.com/office/drawing/2014/main" id="{53E0D0B5-E110-C19F-8B2B-01A9CEB61ED3}"/>
                </a:ext>
              </a:extLst>
            </p:cNvPr>
            <p:cNvSpPr/>
            <p:nvPr/>
          </p:nvSpPr>
          <p:spPr>
            <a:xfrm>
              <a:off x="8124077" y="590785"/>
              <a:ext cx="190951" cy="251551"/>
            </a:xfrm>
            <a:custGeom>
              <a:avLst/>
              <a:gdLst>
                <a:gd name="connsiteX0" fmla="*/ 189369 w 190951"/>
                <a:gd name="connsiteY0" fmla="*/ 1582 h 251551"/>
                <a:gd name="connsiteX1" fmla="*/ 185585 w 190951"/>
                <a:gd name="connsiteY1" fmla="*/ 0 h 251551"/>
                <a:gd name="connsiteX2" fmla="*/ 5366 w 190951"/>
                <a:gd name="connsiteY2" fmla="*/ 0 h 251551"/>
                <a:gd name="connsiteX3" fmla="*/ 1582 w 190951"/>
                <a:gd name="connsiteY3" fmla="*/ 1582 h 251551"/>
                <a:gd name="connsiteX4" fmla="*/ 0 w 190951"/>
                <a:gd name="connsiteY4" fmla="*/ 5365 h 251551"/>
                <a:gd name="connsiteX5" fmla="*/ 0 w 190951"/>
                <a:gd name="connsiteY5" fmla="*/ 246186 h 251551"/>
                <a:gd name="connsiteX6" fmla="*/ 1582 w 190951"/>
                <a:gd name="connsiteY6" fmla="*/ 249970 h 251551"/>
                <a:gd name="connsiteX7" fmla="*/ 5366 w 190951"/>
                <a:gd name="connsiteY7" fmla="*/ 251552 h 251551"/>
                <a:gd name="connsiteX8" fmla="*/ 185585 w 190951"/>
                <a:gd name="connsiteY8" fmla="*/ 251552 h 251551"/>
                <a:gd name="connsiteX9" fmla="*/ 189369 w 190951"/>
                <a:gd name="connsiteY9" fmla="*/ 249970 h 251551"/>
                <a:gd name="connsiteX10" fmla="*/ 190951 w 190951"/>
                <a:gd name="connsiteY10" fmla="*/ 246186 h 251551"/>
                <a:gd name="connsiteX11" fmla="*/ 190951 w 190951"/>
                <a:gd name="connsiteY11" fmla="*/ 5365 h 251551"/>
                <a:gd name="connsiteX12" fmla="*/ 189369 w 190951"/>
                <a:gd name="connsiteY12" fmla="*/ 1582 h 251551"/>
                <a:gd name="connsiteX13" fmla="*/ 10730 w 190951"/>
                <a:gd name="connsiteY13" fmla="*/ 10731 h 251551"/>
                <a:gd name="connsiteX14" fmla="*/ 180220 w 190951"/>
                <a:gd name="connsiteY14" fmla="*/ 10731 h 251551"/>
                <a:gd name="connsiteX15" fmla="*/ 180220 w 190951"/>
                <a:gd name="connsiteY15" fmla="*/ 240752 h 251551"/>
                <a:gd name="connsiteX16" fmla="*/ 10730 w 190951"/>
                <a:gd name="connsiteY16" fmla="*/ 240752 h 251551"/>
                <a:gd name="connsiteX17" fmla="*/ 10730 w 190951"/>
                <a:gd name="connsiteY17" fmla="*/ 10731 h 25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951" h="251551">
                  <a:moveTo>
                    <a:pt x="189369" y="1582"/>
                  </a:moveTo>
                  <a:cubicBezTo>
                    <a:pt x="188337" y="550"/>
                    <a:pt x="186961" y="0"/>
                    <a:pt x="185585" y="0"/>
                  </a:cubicBezTo>
                  <a:lnTo>
                    <a:pt x="5366" y="0"/>
                  </a:lnTo>
                  <a:cubicBezTo>
                    <a:pt x="3920" y="0"/>
                    <a:pt x="2545" y="550"/>
                    <a:pt x="1582" y="1582"/>
                  </a:cubicBezTo>
                  <a:cubicBezTo>
                    <a:pt x="619" y="2545"/>
                    <a:pt x="0" y="3990"/>
                    <a:pt x="0" y="5365"/>
                  </a:cubicBezTo>
                  <a:lnTo>
                    <a:pt x="0" y="246186"/>
                  </a:lnTo>
                  <a:cubicBezTo>
                    <a:pt x="0" y="247631"/>
                    <a:pt x="550" y="249007"/>
                    <a:pt x="1582" y="249970"/>
                  </a:cubicBezTo>
                  <a:cubicBezTo>
                    <a:pt x="2545" y="251001"/>
                    <a:pt x="3989" y="251552"/>
                    <a:pt x="5366" y="251552"/>
                  </a:cubicBezTo>
                  <a:lnTo>
                    <a:pt x="185585" y="251552"/>
                  </a:lnTo>
                  <a:cubicBezTo>
                    <a:pt x="187030" y="251552"/>
                    <a:pt x="188406" y="251001"/>
                    <a:pt x="189369" y="249970"/>
                  </a:cubicBezTo>
                  <a:cubicBezTo>
                    <a:pt x="190331" y="249007"/>
                    <a:pt x="190951" y="247562"/>
                    <a:pt x="190951" y="246186"/>
                  </a:cubicBezTo>
                  <a:lnTo>
                    <a:pt x="190951" y="5365"/>
                  </a:lnTo>
                  <a:cubicBezTo>
                    <a:pt x="190951" y="3921"/>
                    <a:pt x="190400" y="2545"/>
                    <a:pt x="189369" y="1582"/>
                  </a:cubicBezTo>
                  <a:close/>
                  <a:moveTo>
                    <a:pt x="10730" y="10731"/>
                  </a:moveTo>
                  <a:lnTo>
                    <a:pt x="180220" y="10731"/>
                  </a:lnTo>
                  <a:lnTo>
                    <a:pt x="180220" y="240752"/>
                  </a:lnTo>
                  <a:lnTo>
                    <a:pt x="10730" y="240752"/>
                  </a:lnTo>
                  <a:lnTo>
                    <a:pt x="10730" y="10731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3" name="자유형: 도형 1378">
              <a:extLst>
                <a:ext uri="{FF2B5EF4-FFF2-40B4-BE49-F238E27FC236}">
                  <a16:creationId xmlns:a16="http://schemas.microsoft.com/office/drawing/2014/main" id="{33EA2F0D-7EC7-3E37-6EB7-E6BF6ACBD9CB}"/>
                </a:ext>
              </a:extLst>
            </p:cNvPr>
            <p:cNvSpPr/>
            <p:nvPr/>
          </p:nvSpPr>
          <p:spPr>
            <a:xfrm>
              <a:off x="8159777" y="630338"/>
              <a:ext cx="134752" cy="16096"/>
            </a:xfrm>
            <a:custGeom>
              <a:avLst/>
              <a:gdLst>
                <a:gd name="connsiteX0" fmla="*/ 0 w 134752"/>
                <a:gd name="connsiteY0" fmla="*/ 0 h 16096"/>
                <a:gd name="connsiteX1" fmla="*/ 134752 w 134752"/>
                <a:gd name="connsiteY1" fmla="*/ 0 h 16096"/>
                <a:gd name="connsiteX2" fmla="*/ 134752 w 134752"/>
                <a:gd name="connsiteY2" fmla="*/ 16096 h 16096"/>
                <a:gd name="connsiteX3" fmla="*/ 0 w 134752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752" h="16096">
                  <a:moveTo>
                    <a:pt x="0" y="0"/>
                  </a:moveTo>
                  <a:lnTo>
                    <a:pt x="134752" y="0"/>
                  </a:lnTo>
                  <a:lnTo>
                    <a:pt x="134752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4" name="자유형: 도형 1379">
              <a:extLst>
                <a:ext uri="{FF2B5EF4-FFF2-40B4-BE49-F238E27FC236}">
                  <a16:creationId xmlns:a16="http://schemas.microsoft.com/office/drawing/2014/main" id="{99517D11-BFEB-3640-FF2C-3B6612BCA673}"/>
                </a:ext>
              </a:extLst>
            </p:cNvPr>
            <p:cNvSpPr/>
            <p:nvPr/>
          </p:nvSpPr>
          <p:spPr>
            <a:xfrm>
              <a:off x="8144575" y="666794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5 w 149954"/>
                <a:gd name="connsiteY1" fmla="*/ 0 h 16096"/>
                <a:gd name="connsiteX2" fmla="*/ 149955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5" y="0"/>
                  </a:lnTo>
                  <a:lnTo>
                    <a:pt x="149955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5" name="자유형: 도형 1380">
              <a:extLst>
                <a:ext uri="{FF2B5EF4-FFF2-40B4-BE49-F238E27FC236}">
                  <a16:creationId xmlns:a16="http://schemas.microsoft.com/office/drawing/2014/main" id="{665B9F90-68FD-4049-424C-2592703E2B0D}"/>
                </a:ext>
              </a:extLst>
            </p:cNvPr>
            <p:cNvSpPr/>
            <p:nvPr/>
          </p:nvSpPr>
          <p:spPr>
            <a:xfrm>
              <a:off x="8144575" y="703251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5 w 149954"/>
                <a:gd name="connsiteY1" fmla="*/ 0 h 16096"/>
                <a:gd name="connsiteX2" fmla="*/ 149955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5" y="0"/>
                  </a:lnTo>
                  <a:lnTo>
                    <a:pt x="149955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6" name="자유형: 도형 1381">
              <a:extLst>
                <a:ext uri="{FF2B5EF4-FFF2-40B4-BE49-F238E27FC236}">
                  <a16:creationId xmlns:a16="http://schemas.microsoft.com/office/drawing/2014/main" id="{31DFFF73-C1A8-BF16-F3AC-0B7524809214}"/>
                </a:ext>
              </a:extLst>
            </p:cNvPr>
            <p:cNvSpPr/>
            <p:nvPr/>
          </p:nvSpPr>
          <p:spPr>
            <a:xfrm>
              <a:off x="8144575" y="739708"/>
              <a:ext cx="149954" cy="16096"/>
            </a:xfrm>
            <a:custGeom>
              <a:avLst/>
              <a:gdLst>
                <a:gd name="connsiteX0" fmla="*/ 0 w 149954"/>
                <a:gd name="connsiteY0" fmla="*/ 0 h 16096"/>
                <a:gd name="connsiteX1" fmla="*/ 149955 w 149954"/>
                <a:gd name="connsiteY1" fmla="*/ 0 h 16096"/>
                <a:gd name="connsiteX2" fmla="*/ 149955 w 149954"/>
                <a:gd name="connsiteY2" fmla="*/ 16096 h 16096"/>
                <a:gd name="connsiteX3" fmla="*/ 0 w 149954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954" h="16096">
                  <a:moveTo>
                    <a:pt x="0" y="0"/>
                  </a:moveTo>
                  <a:lnTo>
                    <a:pt x="149955" y="0"/>
                  </a:lnTo>
                  <a:lnTo>
                    <a:pt x="149955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37" name="자유형: 도형 1382">
              <a:extLst>
                <a:ext uri="{FF2B5EF4-FFF2-40B4-BE49-F238E27FC236}">
                  <a16:creationId xmlns:a16="http://schemas.microsoft.com/office/drawing/2014/main" id="{F68A02BC-590E-42BE-A9B6-F0A05270209D}"/>
                </a:ext>
              </a:extLst>
            </p:cNvPr>
            <p:cNvSpPr/>
            <p:nvPr/>
          </p:nvSpPr>
          <p:spPr>
            <a:xfrm>
              <a:off x="8144575" y="776165"/>
              <a:ext cx="112672" cy="16096"/>
            </a:xfrm>
            <a:custGeom>
              <a:avLst/>
              <a:gdLst>
                <a:gd name="connsiteX0" fmla="*/ 0 w 112672"/>
                <a:gd name="connsiteY0" fmla="*/ 0 h 16096"/>
                <a:gd name="connsiteX1" fmla="*/ 112672 w 112672"/>
                <a:gd name="connsiteY1" fmla="*/ 0 h 16096"/>
                <a:gd name="connsiteX2" fmla="*/ 112672 w 112672"/>
                <a:gd name="connsiteY2" fmla="*/ 16096 h 16096"/>
                <a:gd name="connsiteX3" fmla="*/ 0 w 112672"/>
                <a:gd name="connsiteY3" fmla="*/ 16096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672" h="16096">
                  <a:moveTo>
                    <a:pt x="0" y="0"/>
                  </a:moveTo>
                  <a:lnTo>
                    <a:pt x="112672" y="0"/>
                  </a:lnTo>
                  <a:lnTo>
                    <a:pt x="112672" y="16096"/>
                  </a:lnTo>
                  <a:lnTo>
                    <a:pt x="0" y="1609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38" name="직사각형 37"/>
          <p:cNvSpPr/>
          <p:nvPr userDrawn="1"/>
        </p:nvSpPr>
        <p:spPr>
          <a:xfrm>
            <a:off x="448196" y="372418"/>
            <a:ext cx="14061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700" spc="-20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실시 개요</a:t>
            </a:r>
            <a:endParaRPr lang="ko-KR" altLang="en-US" sz="2700" dirty="0">
              <a:solidFill>
                <a:srgbClr val="36A86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4523E-63E2-97C3-410B-5FFF2E3A3483}"/>
              </a:ext>
            </a:extLst>
          </p:cNvPr>
          <p:cNvSpPr txBox="1"/>
          <p:nvPr userDrawn="1"/>
        </p:nvSpPr>
        <p:spPr>
          <a:xfrm>
            <a:off x="8676474" y="144000"/>
            <a:ext cx="1014726" cy="25712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none" lIns="18000" tIns="10800" rIns="36000" bIns="0" rtlCol="0" anchor="t">
            <a:spAutoFit/>
          </a:bodyPr>
          <a:lstStyle/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고객사명</a:t>
            </a:r>
            <a: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_</a:t>
            </a:r>
            <a:r>
              <a:rPr lang="ko-KR" altLang="en-US" sz="800" spc="0" baseline="0" dirty="0" err="1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과정명</a:t>
            </a:r>
            <a:b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</a:b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과정운영 결과보고서</a:t>
            </a:r>
          </a:p>
        </p:txBody>
      </p:sp>
    </p:spTree>
    <p:extLst>
      <p:ext uri="{BB962C8B-B14F-4D97-AF65-F5344CB8AC3E}">
        <p14:creationId xmlns:p14="http://schemas.microsoft.com/office/powerpoint/2010/main" val="89227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002">
          <p15:clr>
            <a:srgbClr val="9FCC3B"/>
          </p15:clr>
        </p15:guide>
        <p15:guide id="3" pos="3120">
          <p15:clr>
            <a:srgbClr val="FBAE40"/>
          </p15:clr>
        </p15:guide>
        <p15:guide id="4" pos="203">
          <p15:clr>
            <a:srgbClr val="9FCC3B"/>
          </p15:clr>
        </p15:guide>
        <p15:guide id="5" pos="6036">
          <p15:clr>
            <a:srgbClr val="9FCC3B"/>
          </p15:clr>
        </p15:guide>
        <p15:guide id="6" orient="horz" pos="958" userDrawn="1">
          <p15:clr>
            <a:srgbClr val="9FCC3B"/>
          </p15:clr>
        </p15:guide>
        <p15:guide id="7" orient="horz" pos="890" userDrawn="1">
          <p15:clr>
            <a:srgbClr val="9FCC3B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캡션 없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ED2E497-DC81-4DB8-B1A5-BFC4C9FD87AD}"/>
              </a:ext>
            </a:extLst>
          </p:cNvPr>
          <p:cNvSpPr txBox="1"/>
          <p:nvPr userDrawn="1"/>
        </p:nvSpPr>
        <p:spPr>
          <a:xfrm>
            <a:off x="4657887" y="6552000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algn="ctr" defTabSz="457200" rtl="0" eaLnBrk="1" latinLnBrk="0" hangingPunct="1"/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 </a:t>
            </a:r>
            <a:fld id="{FE956E00-98D8-4B71-9451-472125E19CED}" type="slidenum">
              <a:rPr lang="ko-KR" altLang="en-US" sz="800" kern="1200" spc="0" smtClean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marL="0" algn="ctr" defTabSz="457200" rtl="0" eaLnBrk="1" latinLnBrk="0" hangingPunct="1"/>
              <a:t>‹#›</a:t>
            </a:fld>
            <a:r>
              <a:rPr lang="ko-KR" altLang="en-US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</a:t>
            </a:r>
            <a:endParaRPr lang="ko-KR" altLang="en-US" sz="800" kern="1200" spc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0"/>
              </a:gra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0" y="6498000"/>
            <a:ext cx="9907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308484" y="0"/>
            <a:ext cx="0" cy="797983"/>
          </a:xfrm>
          <a:prstGeom prst="line">
            <a:avLst/>
          </a:prstGeom>
          <a:ln w="12700">
            <a:solidFill>
              <a:srgbClr val="1EBC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573C4F1F-DE48-F3D9-D703-2BDCF6DE62A4}"/>
              </a:ext>
            </a:extLst>
          </p:cNvPr>
          <p:cNvSpPr/>
          <p:nvPr userDrawn="1"/>
        </p:nvSpPr>
        <p:spPr>
          <a:xfrm>
            <a:off x="323372" y="961935"/>
            <a:ext cx="9258778" cy="460524"/>
          </a:xfrm>
          <a:prstGeom prst="roundRect">
            <a:avLst>
              <a:gd name="adj" fmla="val 532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92A9789-7DD9-AD6E-6FCD-3FE6B7095308}"/>
              </a:ext>
            </a:extLst>
          </p:cNvPr>
          <p:cNvGrpSpPr/>
          <p:nvPr userDrawn="1"/>
        </p:nvGrpSpPr>
        <p:grpSpPr>
          <a:xfrm>
            <a:off x="488504" y="1045008"/>
            <a:ext cx="263424" cy="289249"/>
            <a:chOff x="7302045" y="2974665"/>
            <a:chExt cx="320750" cy="327629"/>
          </a:xfrm>
        </p:grpSpPr>
        <p:grpSp>
          <p:nvGrpSpPr>
            <p:cNvPr id="12" name="그래픽 2">
              <a:extLst>
                <a:ext uri="{FF2B5EF4-FFF2-40B4-BE49-F238E27FC236}">
                  <a16:creationId xmlns:a16="http://schemas.microsoft.com/office/drawing/2014/main" id="{7C0571AC-B0A6-2D30-B456-86B77067383D}"/>
                </a:ext>
              </a:extLst>
            </p:cNvPr>
            <p:cNvGrpSpPr/>
            <p:nvPr/>
          </p:nvGrpSpPr>
          <p:grpSpPr>
            <a:xfrm>
              <a:off x="7302045" y="2974665"/>
              <a:ext cx="320750" cy="327629"/>
              <a:chOff x="8013743" y="4558933"/>
              <a:chExt cx="320750" cy="327629"/>
            </a:xfrm>
            <a:solidFill>
              <a:srgbClr val="4D4E50"/>
            </a:solidFill>
          </p:grpSpPr>
          <p:sp>
            <p:nvSpPr>
              <p:cNvPr id="51" name="자유형: 도형 1385">
                <a:extLst>
                  <a:ext uri="{FF2B5EF4-FFF2-40B4-BE49-F238E27FC236}">
                    <a16:creationId xmlns:a16="http://schemas.microsoft.com/office/drawing/2014/main" id="{D7D6F45B-4C99-BC76-43EC-E19F1AE71F87}"/>
                  </a:ext>
                </a:extLst>
              </p:cNvPr>
              <p:cNvSpPr/>
              <p:nvPr/>
            </p:nvSpPr>
            <p:spPr>
              <a:xfrm>
                <a:off x="8043872" y="4776023"/>
                <a:ext cx="72913" cy="68580"/>
              </a:xfrm>
              <a:custGeom>
                <a:avLst/>
                <a:gdLst>
                  <a:gd name="connsiteX0" fmla="*/ 0 w 72913"/>
                  <a:gd name="connsiteY0" fmla="*/ 0 h 68580"/>
                  <a:gd name="connsiteX1" fmla="*/ 72913 w 72913"/>
                  <a:gd name="connsiteY1" fmla="*/ 0 h 68580"/>
                  <a:gd name="connsiteX2" fmla="*/ 72913 w 72913"/>
                  <a:gd name="connsiteY2" fmla="*/ 68580 h 68580"/>
                  <a:gd name="connsiteX3" fmla="*/ 0 w 72913"/>
                  <a:gd name="connsiteY3" fmla="*/ 68580 h 68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913" h="68580">
                    <a:moveTo>
                      <a:pt x="0" y="0"/>
                    </a:moveTo>
                    <a:lnTo>
                      <a:pt x="72913" y="0"/>
                    </a:lnTo>
                    <a:lnTo>
                      <a:pt x="72913" y="68580"/>
                    </a:lnTo>
                    <a:lnTo>
                      <a:pt x="0" y="68580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2" name="자유형: 도형 1386">
                <a:extLst>
                  <a:ext uri="{FF2B5EF4-FFF2-40B4-BE49-F238E27FC236}">
                    <a16:creationId xmlns:a16="http://schemas.microsoft.com/office/drawing/2014/main" id="{623EB2C7-CBAC-CAF2-382C-05B79129687D}"/>
                  </a:ext>
                </a:extLst>
              </p:cNvPr>
              <p:cNvSpPr/>
              <p:nvPr/>
            </p:nvSpPr>
            <p:spPr>
              <a:xfrm>
                <a:off x="8142099" y="4713289"/>
                <a:ext cx="72913" cy="131381"/>
              </a:xfrm>
              <a:custGeom>
                <a:avLst/>
                <a:gdLst>
                  <a:gd name="connsiteX0" fmla="*/ 0 w 72913"/>
                  <a:gd name="connsiteY0" fmla="*/ 0 h 131381"/>
                  <a:gd name="connsiteX1" fmla="*/ 72914 w 72913"/>
                  <a:gd name="connsiteY1" fmla="*/ 0 h 131381"/>
                  <a:gd name="connsiteX2" fmla="*/ 72914 w 72913"/>
                  <a:gd name="connsiteY2" fmla="*/ 131382 h 131381"/>
                  <a:gd name="connsiteX3" fmla="*/ 0 w 72913"/>
                  <a:gd name="connsiteY3" fmla="*/ 131382 h 131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913" h="131381">
                    <a:moveTo>
                      <a:pt x="0" y="0"/>
                    </a:moveTo>
                    <a:lnTo>
                      <a:pt x="72914" y="0"/>
                    </a:lnTo>
                    <a:lnTo>
                      <a:pt x="72914" y="131382"/>
                    </a:lnTo>
                    <a:lnTo>
                      <a:pt x="0" y="131382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3" name="자유형: 도형 1387">
                <a:extLst>
                  <a:ext uri="{FF2B5EF4-FFF2-40B4-BE49-F238E27FC236}">
                    <a16:creationId xmlns:a16="http://schemas.microsoft.com/office/drawing/2014/main" id="{6EE5664A-FB3C-346F-4C6A-B168ED7869CD}"/>
                  </a:ext>
                </a:extLst>
              </p:cNvPr>
              <p:cNvSpPr/>
              <p:nvPr/>
            </p:nvSpPr>
            <p:spPr>
              <a:xfrm>
                <a:off x="8013743" y="4558933"/>
                <a:ext cx="320750" cy="327629"/>
              </a:xfrm>
              <a:custGeom>
                <a:avLst/>
                <a:gdLst>
                  <a:gd name="connsiteX0" fmla="*/ 17815 w 320750"/>
                  <a:gd name="connsiteY0" fmla="*/ 0 h 327629"/>
                  <a:gd name="connsiteX1" fmla="*/ 0 w 320750"/>
                  <a:gd name="connsiteY1" fmla="*/ 0 h 327629"/>
                  <a:gd name="connsiteX2" fmla="*/ 0 w 320750"/>
                  <a:gd name="connsiteY2" fmla="*/ 318687 h 327629"/>
                  <a:gd name="connsiteX3" fmla="*/ 2614 w 320750"/>
                  <a:gd name="connsiteY3" fmla="*/ 325016 h 327629"/>
                  <a:gd name="connsiteX4" fmla="*/ 8943 w 320750"/>
                  <a:gd name="connsiteY4" fmla="*/ 327629 h 327629"/>
                  <a:gd name="connsiteX5" fmla="*/ 320751 w 320750"/>
                  <a:gd name="connsiteY5" fmla="*/ 327629 h 327629"/>
                  <a:gd name="connsiteX6" fmla="*/ 320751 w 320750"/>
                  <a:gd name="connsiteY6" fmla="*/ 309814 h 327629"/>
                  <a:gd name="connsiteX7" fmla="*/ 17815 w 320750"/>
                  <a:gd name="connsiteY7" fmla="*/ 309814 h 327629"/>
                  <a:gd name="connsiteX8" fmla="*/ 17815 w 320750"/>
                  <a:gd name="connsiteY8" fmla="*/ 0 h 32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0750" h="327629">
                    <a:moveTo>
                      <a:pt x="17815" y="0"/>
                    </a:moveTo>
                    <a:lnTo>
                      <a:pt x="0" y="0"/>
                    </a:lnTo>
                    <a:lnTo>
                      <a:pt x="0" y="318687"/>
                    </a:lnTo>
                    <a:cubicBezTo>
                      <a:pt x="0" y="321026"/>
                      <a:pt x="963" y="323365"/>
                      <a:pt x="2614" y="325016"/>
                    </a:cubicBezTo>
                    <a:cubicBezTo>
                      <a:pt x="4265" y="326667"/>
                      <a:pt x="6603" y="327629"/>
                      <a:pt x="8943" y="327629"/>
                    </a:cubicBezTo>
                    <a:lnTo>
                      <a:pt x="320751" y="327629"/>
                    </a:lnTo>
                    <a:lnTo>
                      <a:pt x="320751" y="309814"/>
                    </a:lnTo>
                    <a:lnTo>
                      <a:pt x="17815" y="309814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13" name="그래픽 2">
              <a:extLst>
                <a:ext uri="{FF2B5EF4-FFF2-40B4-BE49-F238E27FC236}">
                  <a16:creationId xmlns:a16="http://schemas.microsoft.com/office/drawing/2014/main" id="{B4E54E5C-747A-57D7-0A6D-407B6CD70407}"/>
                </a:ext>
              </a:extLst>
            </p:cNvPr>
            <p:cNvGrpSpPr/>
            <p:nvPr/>
          </p:nvGrpSpPr>
          <p:grpSpPr>
            <a:xfrm>
              <a:off x="7530622" y="3057346"/>
              <a:ext cx="72638" cy="199893"/>
              <a:chOff x="8242320" y="4641614"/>
              <a:chExt cx="72638" cy="199893"/>
            </a:xfrm>
            <a:solidFill>
              <a:srgbClr val="97A6D5"/>
            </a:solidFill>
          </p:grpSpPr>
          <p:sp>
            <p:nvSpPr>
              <p:cNvPr id="34" name="자유형: 도형 1389">
                <a:extLst>
                  <a:ext uri="{FF2B5EF4-FFF2-40B4-BE49-F238E27FC236}">
                    <a16:creationId xmlns:a16="http://schemas.microsoft.com/office/drawing/2014/main" id="{EE0793DB-6120-1E92-4B49-CD9E0FD1F65D}"/>
                  </a:ext>
                </a:extLst>
              </p:cNvPr>
              <p:cNvSpPr/>
              <p:nvPr/>
            </p:nvSpPr>
            <p:spPr>
              <a:xfrm>
                <a:off x="8262406" y="4775129"/>
                <a:ext cx="52552" cy="66378"/>
              </a:xfrm>
              <a:custGeom>
                <a:avLst/>
                <a:gdLst>
                  <a:gd name="connsiteX0" fmla="*/ 10937 w 52552"/>
                  <a:gd name="connsiteY0" fmla="*/ 66379 h 66378"/>
                  <a:gd name="connsiteX1" fmla="*/ 52553 w 52552"/>
                  <a:gd name="connsiteY1" fmla="*/ 13757 h 66378"/>
                  <a:gd name="connsiteX2" fmla="*/ 52553 w 52552"/>
                  <a:gd name="connsiteY2" fmla="*/ 0 h 66378"/>
                  <a:gd name="connsiteX3" fmla="*/ 0 w 52552"/>
                  <a:gd name="connsiteY3" fmla="*/ 66379 h 66378"/>
                  <a:gd name="connsiteX4" fmla="*/ 10937 w 52552"/>
                  <a:gd name="connsiteY4" fmla="*/ 66379 h 66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52" h="66378">
                    <a:moveTo>
                      <a:pt x="10937" y="66379"/>
                    </a:moveTo>
                    <a:lnTo>
                      <a:pt x="52553" y="13757"/>
                    </a:lnTo>
                    <a:lnTo>
                      <a:pt x="52553" y="0"/>
                    </a:lnTo>
                    <a:lnTo>
                      <a:pt x="0" y="66379"/>
                    </a:lnTo>
                    <a:lnTo>
                      <a:pt x="10937" y="6637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35" name="자유형: 도형 1390">
                <a:extLst>
                  <a:ext uri="{FF2B5EF4-FFF2-40B4-BE49-F238E27FC236}">
                    <a16:creationId xmlns:a16="http://schemas.microsoft.com/office/drawing/2014/main" id="{7DADE468-436E-F8C7-C665-FFA5FEB2B61A}"/>
                  </a:ext>
                </a:extLst>
              </p:cNvPr>
              <p:cNvSpPr/>
              <p:nvPr/>
            </p:nvSpPr>
            <p:spPr>
              <a:xfrm>
                <a:off x="8248718" y="4757794"/>
                <a:ext cx="66241" cy="83712"/>
              </a:xfrm>
              <a:custGeom>
                <a:avLst/>
                <a:gdLst>
                  <a:gd name="connsiteX0" fmla="*/ 10868 w 66241"/>
                  <a:gd name="connsiteY0" fmla="*/ 83713 h 83712"/>
                  <a:gd name="connsiteX1" fmla="*/ 66241 w 66241"/>
                  <a:gd name="connsiteY1" fmla="*/ 13757 h 83712"/>
                  <a:gd name="connsiteX2" fmla="*/ 66241 w 66241"/>
                  <a:gd name="connsiteY2" fmla="*/ 0 h 83712"/>
                  <a:gd name="connsiteX3" fmla="*/ 0 w 66241"/>
                  <a:gd name="connsiteY3" fmla="*/ 83713 h 83712"/>
                  <a:gd name="connsiteX4" fmla="*/ 10868 w 66241"/>
                  <a:gd name="connsiteY4" fmla="*/ 83713 h 83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241" h="83712">
                    <a:moveTo>
                      <a:pt x="10868" y="83713"/>
                    </a:moveTo>
                    <a:lnTo>
                      <a:pt x="66241" y="13757"/>
                    </a:lnTo>
                    <a:lnTo>
                      <a:pt x="66241" y="0"/>
                    </a:lnTo>
                    <a:lnTo>
                      <a:pt x="0" y="83713"/>
                    </a:lnTo>
                    <a:lnTo>
                      <a:pt x="10868" y="83713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36" name="자유형: 도형 1391">
                <a:extLst>
                  <a:ext uri="{FF2B5EF4-FFF2-40B4-BE49-F238E27FC236}">
                    <a16:creationId xmlns:a16="http://schemas.microsoft.com/office/drawing/2014/main" id="{66D7C372-0FF9-0E82-E39D-C3EF5FEB9919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10799" cy="13619"/>
              </a:xfrm>
              <a:custGeom>
                <a:avLst/>
                <a:gdLst>
                  <a:gd name="connsiteX0" fmla="*/ 0 w 10799"/>
                  <a:gd name="connsiteY0" fmla="*/ 0 h 13619"/>
                  <a:gd name="connsiteX1" fmla="*/ 0 w 10799"/>
                  <a:gd name="connsiteY1" fmla="*/ 13620 h 13619"/>
                  <a:gd name="connsiteX2" fmla="*/ 10800 w 10799"/>
                  <a:gd name="connsiteY2" fmla="*/ 0 h 13619"/>
                  <a:gd name="connsiteX3" fmla="*/ 0 w 10799"/>
                  <a:gd name="connsiteY3" fmla="*/ 0 h 13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99" h="13619">
                    <a:moveTo>
                      <a:pt x="0" y="0"/>
                    </a:moveTo>
                    <a:lnTo>
                      <a:pt x="0" y="13620"/>
                    </a:lnTo>
                    <a:lnTo>
                      <a:pt x="108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37" name="자유형: 도형 1392">
                <a:extLst>
                  <a:ext uri="{FF2B5EF4-FFF2-40B4-BE49-F238E27FC236}">
                    <a16:creationId xmlns:a16="http://schemas.microsoft.com/office/drawing/2014/main" id="{F1E1B843-9F34-5AEB-ACCE-3E69A3F6BE57}"/>
                  </a:ext>
                </a:extLst>
              </p:cNvPr>
              <p:cNvSpPr/>
              <p:nvPr/>
            </p:nvSpPr>
            <p:spPr>
              <a:xfrm>
                <a:off x="8242320" y="4671055"/>
                <a:ext cx="72638" cy="105586"/>
              </a:xfrm>
              <a:custGeom>
                <a:avLst/>
                <a:gdLst>
                  <a:gd name="connsiteX0" fmla="*/ 72639 w 72638"/>
                  <a:gd name="connsiteY0" fmla="*/ 0 h 105586"/>
                  <a:gd name="connsiteX1" fmla="*/ 0 w 72638"/>
                  <a:gd name="connsiteY1" fmla="*/ 91830 h 105586"/>
                  <a:gd name="connsiteX2" fmla="*/ 0 w 72638"/>
                  <a:gd name="connsiteY2" fmla="*/ 105587 h 105586"/>
                  <a:gd name="connsiteX3" fmla="*/ 72639 w 72638"/>
                  <a:gd name="connsiteY3" fmla="*/ 13757 h 105586"/>
                  <a:gd name="connsiteX4" fmla="*/ 72639 w 72638"/>
                  <a:gd name="connsiteY4" fmla="*/ 0 h 10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38" name="자유형: 도형 1393">
                <a:extLst>
                  <a:ext uri="{FF2B5EF4-FFF2-40B4-BE49-F238E27FC236}">
                    <a16:creationId xmlns:a16="http://schemas.microsoft.com/office/drawing/2014/main" id="{C60EBB8E-3207-4141-AB2A-771266A8EF41}"/>
                  </a:ext>
                </a:extLst>
              </p:cNvPr>
              <p:cNvSpPr/>
              <p:nvPr/>
            </p:nvSpPr>
            <p:spPr>
              <a:xfrm>
                <a:off x="8242320" y="4688389"/>
                <a:ext cx="72638" cy="105587"/>
              </a:xfrm>
              <a:custGeom>
                <a:avLst/>
                <a:gdLst>
                  <a:gd name="connsiteX0" fmla="*/ 72639 w 72638"/>
                  <a:gd name="connsiteY0" fmla="*/ 0 h 105587"/>
                  <a:gd name="connsiteX1" fmla="*/ 0 w 72638"/>
                  <a:gd name="connsiteY1" fmla="*/ 91830 h 105587"/>
                  <a:gd name="connsiteX2" fmla="*/ 0 w 72638"/>
                  <a:gd name="connsiteY2" fmla="*/ 105587 h 105587"/>
                  <a:gd name="connsiteX3" fmla="*/ 72639 w 72638"/>
                  <a:gd name="connsiteY3" fmla="*/ 13757 h 105587"/>
                  <a:gd name="connsiteX4" fmla="*/ 72639 w 72638"/>
                  <a:gd name="connsiteY4" fmla="*/ 0 h 105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7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39" name="자유형: 도형 1394">
                <a:extLst>
                  <a:ext uri="{FF2B5EF4-FFF2-40B4-BE49-F238E27FC236}">
                    <a16:creationId xmlns:a16="http://schemas.microsoft.com/office/drawing/2014/main" id="{040F04CC-DCB3-8B4D-130F-4432C31CFBFE}"/>
                  </a:ext>
                </a:extLst>
              </p:cNvPr>
              <p:cNvSpPr/>
              <p:nvPr/>
            </p:nvSpPr>
            <p:spPr>
              <a:xfrm>
                <a:off x="8242320" y="4740460"/>
                <a:ext cx="72638" cy="101047"/>
              </a:xfrm>
              <a:custGeom>
                <a:avLst/>
                <a:gdLst>
                  <a:gd name="connsiteX0" fmla="*/ 72639 w 72638"/>
                  <a:gd name="connsiteY0" fmla="*/ 13757 h 101047"/>
                  <a:gd name="connsiteX1" fmla="*/ 72639 w 72638"/>
                  <a:gd name="connsiteY1" fmla="*/ 0 h 101047"/>
                  <a:gd name="connsiteX2" fmla="*/ 0 w 72638"/>
                  <a:gd name="connsiteY2" fmla="*/ 91830 h 101047"/>
                  <a:gd name="connsiteX3" fmla="*/ 0 w 72638"/>
                  <a:gd name="connsiteY3" fmla="*/ 101047 h 101047"/>
                  <a:gd name="connsiteX4" fmla="*/ 3577 w 72638"/>
                  <a:gd name="connsiteY4" fmla="*/ 101047 h 101047"/>
                  <a:gd name="connsiteX5" fmla="*/ 72639 w 72638"/>
                  <a:gd name="connsiteY5" fmla="*/ 13757 h 101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638" h="101047">
                    <a:moveTo>
                      <a:pt x="72639" y="13757"/>
                    </a:moveTo>
                    <a:lnTo>
                      <a:pt x="72639" y="0"/>
                    </a:lnTo>
                    <a:lnTo>
                      <a:pt x="0" y="91830"/>
                    </a:lnTo>
                    <a:lnTo>
                      <a:pt x="0" y="101047"/>
                    </a:lnTo>
                    <a:lnTo>
                      <a:pt x="3577" y="101047"/>
                    </a:lnTo>
                    <a:lnTo>
                      <a:pt x="72639" y="137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0" name="자유형: 도형 1395">
                <a:extLst>
                  <a:ext uri="{FF2B5EF4-FFF2-40B4-BE49-F238E27FC236}">
                    <a16:creationId xmlns:a16="http://schemas.microsoft.com/office/drawing/2014/main" id="{37B126CF-7AE8-E823-ABCF-633A5D4AD5FC}"/>
                  </a:ext>
                </a:extLst>
              </p:cNvPr>
              <p:cNvSpPr/>
              <p:nvPr/>
            </p:nvSpPr>
            <p:spPr>
              <a:xfrm>
                <a:off x="8242320" y="4653720"/>
                <a:ext cx="72638" cy="105586"/>
              </a:xfrm>
              <a:custGeom>
                <a:avLst/>
                <a:gdLst>
                  <a:gd name="connsiteX0" fmla="*/ 72639 w 72638"/>
                  <a:gd name="connsiteY0" fmla="*/ 0 h 105586"/>
                  <a:gd name="connsiteX1" fmla="*/ 0 w 72638"/>
                  <a:gd name="connsiteY1" fmla="*/ 91830 h 105586"/>
                  <a:gd name="connsiteX2" fmla="*/ 0 w 72638"/>
                  <a:gd name="connsiteY2" fmla="*/ 105587 h 105586"/>
                  <a:gd name="connsiteX3" fmla="*/ 72639 w 72638"/>
                  <a:gd name="connsiteY3" fmla="*/ 13757 h 105586"/>
                  <a:gd name="connsiteX4" fmla="*/ 72639 w 72638"/>
                  <a:gd name="connsiteY4" fmla="*/ 0 h 10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1" name="자유형: 도형 1396">
                <a:extLst>
                  <a:ext uri="{FF2B5EF4-FFF2-40B4-BE49-F238E27FC236}">
                    <a16:creationId xmlns:a16="http://schemas.microsoft.com/office/drawing/2014/main" id="{61FB565A-027D-698C-0D9A-907AC5C85E49}"/>
                  </a:ext>
                </a:extLst>
              </p:cNvPr>
              <p:cNvSpPr/>
              <p:nvPr/>
            </p:nvSpPr>
            <p:spPr>
              <a:xfrm>
                <a:off x="8242320" y="4723057"/>
                <a:ext cx="72638" cy="105655"/>
              </a:xfrm>
              <a:custGeom>
                <a:avLst/>
                <a:gdLst>
                  <a:gd name="connsiteX0" fmla="*/ 72639 w 72638"/>
                  <a:gd name="connsiteY0" fmla="*/ 0 h 105655"/>
                  <a:gd name="connsiteX1" fmla="*/ 0 w 72638"/>
                  <a:gd name="connsiteY1" fmla="*/ 91830 h 105655"/>
                  <a:gd name="connsiteX2" fmla="*/ 0 w 72638"/>
                  <a:gd name="connsiteY2" fmla="*/ 105656 h 105655"/>
                  <a:gd name="connsiteX3" fmla="*/ 72639 w 72638"/>
                  <a:gd name="connsiteY3" fmla="*/ 13826 h 105655"/>
                  <a:gd name="connsiteX4" fmla="*/ 72639 w 72638"/>
                  <a:gd name="connsiteY4" fmla="*/ 0 h 105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655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656"/>
                    </a:lnTo>
                    <a:lnTo>
                      <a:pt x="72639" y="13826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2" name="자유형: 도형 1397">
                <a:extLst>
                  <a:ext uri="{FF2B5EF4-FFF2-40B4-BE49-F238E27FC236}">
                    <a16:creationId xmlns:a16="http://schemas.microsoft.com/office/drawing/2014/main" id="{523FAE5B-CC14-A115-E1C6-33A6179FAD6B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24488" cy="30953"/>
              </a:xfrm>
              <a:custGeom>
                <a:avLst/>
                <a:gdLst>
                  <a:gd name="connsiteX0" fmla="*/ 13620 w 24488"/>
                  <a:gd name="connsiteY0" fmla="*/ 0 h 30953"/>
                  <a:gd name="connsiteX1" fmla="*/ 0 w 24488"/>
                  <a:gd name="connsiteY1" fmla="*/ 17197 h 30953"/>
                  <a:gd name="connsiteX2" fmla="*/ 0 w 24488"/>
                  <a:gd name="connsiteY2" fmla="*/ 30954 h 30953"/>
                  <a:gd name="connsiteX3" fmla="*/ 24488 w 24488"/>
                  <a:gd name="connsiteY3" fmla="*/ 0 h 30953"/>
                  <a:gd name="connsiteX4" fmla="*/ 13620 w 24488"/>
                  <a:gd name="connsiteY4" fmla="*/ 0 h 30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88" h="30953">
                    <a:moveTo>
                      <a:pt x="13620" y="0"/>
                    </a:moveTo>
                    <a:lnTo>
                      <a:pt x="0" y="17197"/>
                    </a:lnTo>
                    <a:lnTo>
                      <a:pt x="0" y="30954"/>
                    </a:lnTo>
                    <a:lnTo>
                      <a:pt x="24488" y="0"/>
                    </a:lnTo>
                    <a:lnTo>
                      <a:pt x="136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3" name="자유형: 도형 1398">
                <a:extLst>
                  <a:ext uri="{FF2B5EF4-FFF2-40B4-BE49-F238E27FC236}">
                    <a16:creationId xmlns:a16="http://schemas.microsoft.com/office/drawing/2014/main" id="{C904BF01-3663-F282-0432-B7A829ED66AF}"/>
                  </a:ext>
                </a:extLst>
              </p:cNvPr>
              <p:cNvSpPr/>
              <p:nvPr/>
            </p:nvSpPr>
            <p:spPr>
              <a:xfrm>
                <a:off x="8242320" y="4705723"/>
                <a:ext cx="72638" cy="105655"/>
              </a:xfrm>
              <a:custGeom>
                <a:avLst/>
                <a:gdLst>
                  <a:gd name="connsiteX0" fmla="*/ 72639 w 72638"/>
                  <a:gd name="connsiteY0" fmla="*/ 0 h 105655"/>
                  <a:gd name="connsiteX1" fmla="*/ 0 w 72638"/>
                  <a:gd name="connsiteY1" fmla="*/ 91830 h 105655"/>
                  <a:gd name="connsiteX2" fmla="*/ 0 w 72638"/>
                  <a:gd name="connsiteY2" fmla="*/ 105656 h 105655"/>
                  <a:gd name="connsiteX3" fmla="*/ 72639 w 72638"/>
                  <a:gd name="connsiteY3" fmla="*/ 13826 h 105655"/>
                  <a:gd name="connsiteX4" fmla="*/ 72639 w 72638"/>
                  <a:gd name="connsiteY4" fmla="*/ 0 h 105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655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656"/>
                    </a:lnTo>
                    <a:lnTo>
                      <a:pt x="72639" y="13826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4" name="자유형: 도형 1399">
                <a:extLst>
                  <a:ext uri="{FF2B5EF4-FFF2-40B4-BE49-F238E27FC236}">
                    <a16:creationId xmlns:a16="http://schemas.microsoft.com/office/drawing/2014/main" id="{4D147FE5-CAB7-10AE-3396-93FC50795416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51934" cy="65690"/>
              </a:xfrm>
              <a:custGeom>
                <a:avLst/>
                <a:gdLst>
                  <a:gd name="connsiteX0" fmla="*/ 40997 w 51934"/>
                  <a:gd name="connsiteY0" fmla="*/ 0 h 65690"/>
                  <a:gd name="connsiteX1" fmla="*/ 0 w 51934"/>
                  <a:gd name="connsiteY1" fmla="*/ 51865 h 65690"/>
                  <a:gd name="connsiteX2" fmla="*/ 0 w 51934"/>
                  <a:gd name="connsiteY2" fmla="*/ 65691 h 65690"/>
                  <a:gd name="connsiteX3" fmla="*/ 51934 w 51934"/>
                  <a:gd name="connsiteY3" fmla="*/ 0 h 65690"/>
                  <a:gd name="connsiteX4" fmla="*/ 40997 w 51934"/>
                  <a:gd name="connsiteY4" fmla="*/ 0 h 65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934" h="65690">
                    <a:moveTo>
                      <a:pt x="40997" y="0"/>
                    </a:moveTo>
                    <a:lnTo>
                      <a:pt x="0" y="51865"/>
                    </a:lnTo>
                    <a:lnTo>
                      <a:pt x="0" y="65691"/>
                    </a:lnTo>
                    <a:lnTo>
                      <a:pt x="51934" y="0"/>
                    </a:lnTo>
                    <a:lnTo>
                      <a:pt x="4099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5" name="자유형: 도형 1400">
                <a:extLst>
                  <a:ext uri="{FF2B5EF4-FFF2-40B4-BE49-F238E27FC236}">
                    <a16:creationId xmlns:a16="http://schemas.microsoft.com/office/drawing/2014/main" id="{EAB62776-C719-EEF7-B6C3-9640EC5D24B5}"/>
                  </a:ext>
                </a:extLst>
              </p:cNvPr>
              <p:cNvSpPr/>
              <p:nvPr/>
            </p:nvSpPr>
            <p:spPr>
              <a:xfrm>
                <a:off x="8289852" y="4809797"/>
                <a:ext cx="25107" cy="31710"/>
              </a:xfrm>
              <a:custGeom>
                <a:avLst/>
                <a:gdLst>
                  <a:gd name="connsiteX0" fmla="*/ 10937 w 25107"/>
                  <a:gd name="connsiteY0" fmla="*/ 31710 h 31710"/>
                  <a:gd name="connsiteX1" fmla="*/ 25107 w 25107"/>
                  <a:gd name="connsiteY1" fmla="*/ 13826 h 31710"/>
                  <a:gd name="connsiteX2" fmla="*/ 25107 w 25107"/>
                  <a:gd name="connsiteY2" fmla="*/ 0 h 31710"/>
                  <a:gd name="connsiteX3" fmla="*/ 0 w 25107"/>
                  <a:gd name="connsiteY3" fmla="*/ 31710 h 31710"/>
                  <a:gd name="connsiteX4" fmla="*/ 10937 w 25107"/>
                  <a:gd name="connsiteY4" fmla="*/ 31710 h 3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107" h="31710">
                    <a:moveTo>
                      <a:pt x="10937" y="31710"/>
                    </a:moveTo>
                    <a:lnTo>
                      <a:pt x="25107" y="13826"/>
                    </a:lnTo>
                    <a:lnTo>
                      <a:pt x="25107" y="0"/>
                    </a:lnTo>
                    <a:lnTo>
                      <a:pt x="0" y="31710"/>
                    </a:lnTo>
                    <a:lnTo>
                      <a:pt x="10937" y="3171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6" name="자유형: 도형 1401">
                <a:extLst>
                  <a:ext uri="{FF2B5EF4-FFF2-40B4-BE49-F238E27FC236}">
                    <a16:creationId xmlns:a16="http://schemas.microsoft.com/office/drawing/2014/main" id="{C4C2383B-7567-D772-8ED3-E6C239F909EC}"/>
                  </a:ext>
                </a:extLst>
              </p:cNvPr>
              <p:cNvSpPr/>
              <p:nvPr/>
            </p:nvSpPr>
            <p:spPr>
              <a:xfrm>
                <a:off x="8303609" y="4827199"/>
                <a:ext cx="11349" cy="14307"/>
              </a:xfrm>
              <a:custGeom>
                <a:avLst/>
                <a:gdLst>
                  <a:gd name="connsiteX0" fmla="*/ 10868 w 11349"/>
                  <a:gd name="connsiteY0" fmla="*/ 14308 h 14307"/>
                  <a:gd name="connsiteX1" fmla="*/ 11350 w 11349"/>
                  <a:gd name="connsiteY1" fmla="*/ 13757 h 14307"/>
                  <a:gd name="connsiteX2" fmla="*/ 11350 w 11349"/>
                  <a:gd name="connsiteY2" fmla="*/ 0 h 14307"/>
                  <a:gd name="connsiteX3" fmla="*/ 0 w 11349"/>
                  <a:gd name="connsiteY3" fmla="*/ 14308 h 14307"/>
                  <a:gd name="connsiteX4" fmla="*/ 10868 w 11349"/>
                  <a:gd name="connsiteY4" fmla="*/ 14308 h 14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49" h="14307">
                    <a:moveTo>
                      <a:pt x="10868" y="14308"/>
                    </a:moveTo>
                    <a:lnTo>
                      <a:pt x="11350" y="13757"/>
                    </a:lnTo>
                    <a:lnTo>
                      <a:pt x="11350" y="0"/>
                    </a:lnTo>
                    <a:lnTo>
                      <a:pt x="0" y="14308"/>
                    </a:lnTo>
                    <a:lnTo>
                      <a:pt x="10868" y="1430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7" name="자유형: 도형 1402">
                <a:extLst>
                  <a:ext uri="{FF2B5EF4-FFF2-40B4-BE49-F238E27FC236}">
                    <a16:creationId xmlns:a16="http://schemas.microsoft.com/office/drawing/2014/main" id="{F4A8D087-BE8D-0BEB-0499-5BC2271986E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65622" cy="83025"/>
              </a:xfrm>
              <a:custGeom>
                <a:avLst/>
                <a:gdLst>
                  <a:gd name="connsiteX0" fmla="*/ 54755 w 65622"/>
                  <a:gd name="connsiteY0" fmla="*/ 0 h 83025"/>
                  <a:gd name="connsiteX1" fmla="*/ 0 w 65622"/>
                  <a:gd name="connsiteY1" fmla="*/ 69199 h 83025"/>
                  <a:gd name="connsiteX2" fmla="*/ 0 w 65622"/>
                  <a:gd name="connsiteY2" fmla="*/ 83025 h 83025"/>
                  <a:gd name="connsiteX3" fmla="*/ 65622 w 65622"/>
                  <a:gd name="connsiteY3" fmla="*/ 0 h 83025"/>
                  <a:gd name="connsiteX4" fmla="*/ 54755 w 65622"/>
                  <a:gd name="connsiteY4" fmla="*/ 0 h 8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2" h="83025">
                    <a:moveTo>
                      <a:pt x="54755" y="0"/>
                    </a:moveTo>
                    <a:lnTo>
                      <a:pt x="0" y="69199"/>
                    </a:lnTo>
                    <a:lnTo>
                      <a:pt x="0" y="83025"/>
                    </a:lnTo>
                    <a:lnTo>
                      <a:pt x="65622" y="0"/>
                    </a:lnTo>
                    <a:lnTo>
                      <a:pt x="5475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8" name="자유형: 도형 1403">
                <a:extLst>
                  <a:ext uri="{FF2B5EF4-FFF2-40B4-BE49-F238E27FC236}">
                    <a16:creationId xmlns:a16="http://schemas.microsoft.com/office/drawing/2014/main" id="{B5209C03-B3E3-8777-EA40-3BDC445B0F63}"/>
                  </a:ext>
                </a:extLst>
              </p:cNvPr>
              <p:cNvSpPr/>
              <p:nvPr/>
            </p:nvSpPr>
            <p:spPr>
              <a:xfrm>
                <a:off x="8276163" y="4792462"/>
                <a:ext cx="38795" cy="49044"/>
              </a:xfrm>
              <a:custGeom>
                <a:avLst/>
                <a:gdLst>
                  <a:gd name="connsiteX0" fmla="*/ 10868 w 38795"/>
                  <a:gd name="connsiteY0" fmla="*/ 49045 h 49044"/>
                  <a:gd name="connsiteX1" fmla="*/ 38796 w 38795"/>
                  <a:gd name="connsiteY1" fmla="*/ 13757 h 49044"/>
                  <a:gd name="connsiteX2" fmla="*/ 38796 w 38795"/>
                  <a:gd name="connsiteY2" fmla="*/ 0 h 49044"/>
                  <a:gd name="connsiteX3" fmla="*/ 0 w 38795"/>
                  <a:gd name="connsiteY3" fmla="*/ 49045 h 49044"/>
                  <a:gd name="connsiteX4" fmla="*/ 10868 w 38795"/>
                  <a:gd name="connsiteY4" fmla="*/ 49045 h 49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795" h="49044">
                    <a:moveTo>
                      <a:pt x="10868" y="49045"/>
                    </a:moveTo>
                    <a:lnTo>
                      <a:pt x="38796" y="13757"/>
                    </a:lnTo>
                    <a:lnTo>
                      <a:pt x="38796" y="0"/>
                    </a:lnTo>
                    <a:lnTo>
                      <a:pt x="0" y="49045"/>
                    </a:lnTo>
                    <a:lnTo>
                      <a:pt x="10868" y="4904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9" name="자유형: 도형 1404">
                <a:extLst>
                  <a:ext uri="{FF2B5EF4-FFF2-40B4-BE49-F238E27FC236}">
                    <a16:creationId xmlns:a16="http://schemas.microsoft.com/office/drawing/2014/main" id="{1FDD92D5-2CFB-8712-434A-73868EA56036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38245" cy="48288"/>
              </a:xfrm>
              <a:custGeom>
                <a:avLst/>
                <a:gdLst>
                  <a:gd name="connsiteX0" fmla="*/ 27308 w 38245"/>
                  <a:gd name="connsiteY0" fmla="*/ 0 h 48288"/>
                  <a:gd name="connsiteX1" fmla="*/ 0 w 38245"/>
                  <a:gd name="connsiteY1" fmla="*/ 34531 h 48288"/>
                  <a:gd name="connsiteX2" fmla="*/ 0 w 38245"/>
                  <a:gd name="connsiteY2" fmla="*/ 48288 h 48288"/>
                  <a:gd name="connsiteX3" fmla="*/ 38246 w 38245"/>
                  <a:gd name="connsiteY3" fmla="*/ 0 h 48288"/>
                  <a:gd name="connsiteX4" fmla="*/ 27308 w 38245"/>
                  <a:gd name="connsiteY4" fmla="*/ 0 h 4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45" h="48288">
                    <a:moveTo>
                      <a:pt x="27308" y="0"/>
                    </a:moveTo>
                    <a:lnTo>
                      <a:pt x="0" y="34531"/>
                    </a:lnTo>
                    <a:lnTo>
                      <a:pt x="0" y="48288"/>
                    </a:lnTo>
                    <a:lnTo>
                      <a:pt x="38246" y="0"/>
                    </a:lnTo>
                    <a:lnTo>
                      <a:pt x="27308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0" name="자유형: 도형 1405">
                <a:extLst>
                  <a:ext uri="{FF2B5EF4-FFF2-40B4-BE49-F238E27FC236}">
                    <a16:creationId xmlns:a16="http://schemas.microsoft.com/office/drawing/2014/main" id="{1F9EB2B5-B101-E0B7-B164-9B0DC2BF2CD3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72638" cy="100359"/>
              </a:xfrm>
              <a:custGeom>
                <a:avLst/>
                <a:gdLst>
                  <a:gd name="connsiteX0" fmla="*/ 72639 w 72638"/>
                  <a:gd name="connsiteY0" fmla="*/ 0 h 100359"/>
                  <a:gd name="connsiteX1" fmla="*/ 68443 w 72638"/>
                  <a:gd name="connsiteY1" fmla="*/ 0 h 100359"/>
                  <a:gd name="connsiteX2" fmla="*/ 0 w 72638"/>
                  <a:gd name="connsiteY2" fmla="*/ 86533 h 100359"/>
                  <a:gd name="connsiteX3" fmla="*/ 0 w 72638"/>
                  <a:gd name="connsiteY3" fmla="*/ 100359 h 100359"/>
                  <a:gd name="connsiteX4" fmla="*/ 72639 w 72638"/>
                  <a:gd name="connsiteY4" fmla="*/ 8529 h 100359"/>
                  <a:gd name="connsiteX5" fmla="*/ 72639 w 72638"/>
                  <a:gd name="connsiteY5" fmla="*/ 0 h 100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638" h="100359">
                    <a:moveTo>
                      <a:pt x="72639" y="0"/>
                    </a:moveTo>
                    <a:lnTo>
                      <a:pt x="68443" y="0"/>
                    </a:lnTo>
                    <a:lnTo>
                      <a:pt x="0" y="86533"/>
                    </a:lnTo>
                    <a:lnTo>
                      <a:pt x="0" y="100359"/>
                    </a:lnTo>
                    <a:lnTo>
                      <a:pt x="72639" y="8529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14" name="그래픽 2">
              <a:extLst>
                <a:ext uri="{FF2B5EF4-FFF2-40B4-BE49-F238E27FC236}">
                  <a16:creationId xmlns:a16="http://schemas.microsoft.com/office/drawing/2014/main" id="{CFBB6E23-1BEA-36F7-1396-0129660F8D08}"/>
                </a:ext>
              </a:extLst>
            </p:cNvPr>
            <p:cNvGrpSpPr/>
            <p:nvPr/>
          </p:nvGrpSpPr>
          <p:grpSpPr>
            <a:xfrm>
              <a:off x="7530622" y="3057346"/>
              <a:ext cx="72638" cy="199893"/>
              <a:chOff x="8242320" y="4641614"/>
              <a:chExt cx="72638" cy="199893"/>
            </a:xfrm>
            <a:solidFill>
              <a:srgbClr val="97A6D5"/>
            </a:solidFill>
          </p:grpSpPr>
          <p:sp>
            <p:nvSpPr>
              <p:cNvPr id="15" name="자유형: 도형 1407">
                <a:extLst>
                  <a:ext uri="{FF2B5EF4-FFF2-40B4-BE49-F238E27FC236}">
                    <a16:creationId xmlns:a16="http://schemas.microsoft.com/office/drawing/2014/main" id="{7DCA2AF3-F07F-4316-E204-750A1FAF54A2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13619" cy="17196"/>
              </a:xfrm>
              <a:custGeom>
                <a:avLst/>
                <a:gdLst>
                  <a:gd name="connsiteX0" fmla="*/ 10800 w 13619"/>
                  <a:gd name="connsiteY0" fmla="*/ 0 h 17196"/>
                  <a:gd name="connsiteX1" fmla="*/ 0 w 13619"/>
                  <a:gd name="connsiteY1" fmla="*/ 13620 h 17196"/>
                  <a:gd name="connsiteX2" fmla="*/ 0 w 13619"/>
                  <a:gd name="connsiteY2" fmla="*/ 17197 h 17196"/>
                  <a:gd name="connsiteX3" fmla="*/ 13620 w 13619"/>
                  <a:gd name="connsiteY3" fmla="*/ 0 h 17196"/>
                  <a:gd name="connsiteX4" fmla="*/ 10800 w 13619"/>
                  <a:gd name="connsiteY4" fmla="*/ 0 h 17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19" h="17196">
                    <a:moveTo>
                      <a:pt x="10800" y="0"/>
                    </a:moveTo>
                    <a:lnTo>
                      <a:pt x="0" y="13620"/>
                    </a:lnTo>
                    <a:lnTo>
                      <a:pt x="0" y="17197"/>
                    </a:lnTo>
                    <a:lnTo>
                      <a:pt x="13620" y="0"/>
                    </a:lnTo>
                    <a:lnTo>
                      <a:pt x="1080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6" name="자유형: 도형 1408">
                <a:extLst>
                  <a:ext uri="{FF2B5EF4-FFF2-40B4-BE49-F238E27FC236}">
                    <a16:creationId xmlns:a16="http://schemas.microsoft.com/office/drawing/2014/main" id="{B3764862-FF9F-879E-D6D3-AFF4F2633A14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27307" cy="34530"/>
              </a:xfrm>
              <a:custGeom>
                <a:avLst/>
                <a:gdLst>
                  <a:gd name="connsiteX0" fmla="*/ 24488 w 27307"/>
                  <a:gd name="connsiteY0" fmla="*/ 0 h 34530"/>
                  <a:gd name="connsiteX1" fmla="*/ 0 w 27307"/>
                  <a:gd name="connsiteY1" fmla="*/ 30954 h 34530"/>
                  <a:gd name="connsiteX2" fmla="*/ 0 w 27307"/>
                  <a:gd name="connsiteY2" fmla="*/ 34531 h 34530"/>
                  <a:gd name="connsiteX3" fmla="*/ 27308 w 27307"/>
                  <a:gd name="connsiteY3" fmla="*/ 0 h 34530"/>
                  <a:gd name="connsiteX4" fmla="*/ 24488 w 27307"/>
                  <a:gd name="connsiteY4" fmla="*/ 0 h 34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307" h="34530">
                    <a:moveTo>
                      <a:pt x="24488" y="0"/>
                    </a:moveTo>
                    <a:lnTo>
                      <a:pt x="0" y="30954"/>
                    </a:lnTo>
                    <a:lnTo>
                      <a:pt x="0" y="34531"/>
                    </a:lnTo>
                    <a:lnTo>
                      <a:pt x="27308" y="0"/>
                    </a:lnTo>
                    <a:lnTo>
                      <a:pt x="24488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7" name="자유형: 도형 1409">
                <a:extLst>
                  <a:ext uri="{FF2B5EF4-FFF2-40B4-BE49-F238E27FC236}">
                    <a16:creationId xmlns:a16="http://schemas.microsoft.com/office/drawing/2014/main" id="{58557071-3B56-E380-F0A5-17E8E93C2135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40997" cy="51864"/>
              </a:xfrm>
              <a:custGeom>
                <a:avLst/>
                <a:gdLst>
                  <a:gd name="connsiteX0" fmla="*/ 38246 w 40997"/>
                  <a:gd name="connsiteY0" fmla="*/ 0 h 51864"/>
                  <a:gd name="connsiteX1" fmla="*/ 0 w 40997"/>
                  <a:gd name="connsiteY1" fmla="*/ 48288 h 51864"/>
                  <a:gd name="connsiteX2" fmla="*/ 0 w 40997"/>
                  <a:gd name="connsiteY2" fmla="*/ 51865 h 51864"/>
                  <a:gd name="connsiteX3" fmla="*/ 40997 w 40997"/>
                  <a:gd name="connsiteY3" fmla="*/ 0 h 51864"/>
                  <a:gd name="connsiteX4" fmla="*/ 38246 w 40997"/>
                  <a:gd name="connsiteY4" fmla="*/ 0 h 51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97" h="51864">
                    <a:moveTo>
                      <a:pt x="38246" y="0"/>
                    </a:moveTo>
                    <a:lnTo>
                      <a:pt x="0" y="48288"/>
                    </a:lnTo>
                    <a:lnTo>
                      <a:pt x="0" y="51865"/>
                    </a:lnTo>
                    <a:lnTo>
                      <a:pt x="40997" y="0"/>
                    </a:lnTo>
                    <a:lnTo>
                      <a:pt x="38246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8" name="자유형: 도형 1410">
                <a:extLst>
                  <a:ext uri="{FF2B5EF4-FFF2-40B4-BE49-F238E27FC236}">
                    <a16:creationId xmlns:a16="http://schemas.microsoft.com/office/drawing/2014/main" id="{7F971ED3-F3E1-3E9D-B81A-67D4651346F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54754" cy="69199"/>
              </a:xfrm>
              <a:custGeom>
                <a:avLst/>
                <a:gdLst>
                  <a:gd name="connsiteX0" fmla="*/ 51934 w 54754"/>
                  <a:gd name="connsiteY0" fmla="*/ 0 h 69199"/>
                  <a:gd name="connsiteX1" fmla="*/ 0 w 54754"/>
                  <a:gd name="connsiteY1" fmla="*/ 65691 h 69199"/>
                  <a:gd name="connsiteX2" fmla="*/ 0 w 54754"/>
                  <a:gd name="connsiteY2" fmla="*/ 69199 h 69199"/>
                  <a:gd name="connsiteX3" fmla="*/ 54755 w 54754"/>
                  <a:gd name="connsiteY3" fmla="*/ 0 h 69199"/>
                  <a:gd name="connsiteX4" fmla="*/ 51934 w 54754"/>
                  <a:gd name="connsiteY4" fmla="*/ 0 h 69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54" h="69199">
                    <a:moveTo>
                      <a:pt x="51934" y="0"/>
                    </a:moveTo>
                    <a:lnTo>
                      <a:pt x="0" y="65691"/>
                    </a:lnTo>
                    <a:lnTo>
                      <a:pt x="0" y="69199"/>
                    </a:lnTo>
                    <a:lnTo>
                      <a:pt x="54755" y="0"/>
                    </a:lnTo>
                    <a:lnTo>
                      <a:pt x="5193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22" name="자유형: 도형 1411">
                <a:extLst>
                  <a:ext uri="{FF2B5EF4-FFF2-40B4-BE49-F238E27FC236}">
                    <a16:creationId xmlns:a16="http://schemas.microsoft.com/office/drawing/2014/main" id="{0AB6855F-20E8-EE72-5D89-1217D72D25F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68442" cy="86533"/>
              </a:xfrm>
              <a:custGeom>
                <a:avLst/>
                <a:gdLst>
                  <a:gd name="connsiteX0" fmla="*/ 65622 w 68442"/>
                  <a:gd name="connsiteY0" fmla="*/ 0 h 86533"/>
                  <a:gd name="connsiteX1" fmla="*/ 0 w 68442"/>
                  <a:gd name="connsiteY1" fmla="*/ 83025 h 86533"/>
                  <a:gd name="connsiteX2" fmla="*/ 0 w 68442"/>
                  <a:gd name="connsiteY2" fmla="*/ 86533 h 86533"/>
                  <a:gd name="connsiteX3" fmla="*/ 68443 w 68442"/>
                  <a:gd name="connsiteY3" fmla="*/ 0 h 86533"/>
                  <a:gd name="connsiteX4" fmla="*/ 65622 w 68442"/>
                  <a:gd name="connsiteY4" fmla="*/ 0 h 86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42" h="86533">
                    <a:moveTo>
                      <a:pt x="65622" y="0"/>
                    </a:moveTo>
                    <a:lnTo>
                      <a:pt x="0" y="83025"/>
                    </a:lnTo>
                    <a:lnTo>
                      <a:pt x="0" y="86533"/>
                    </a:lnTo>
                    <a:lnTo>
                      <a:pt x="68443" y="0"/>
                    </a:lnTo>
                    <a:lnTo>
                      <a:pt x="65622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23" name="자유형: 도형 1412">
                <a:extLst>
                  <a:ext uri="{FF2B5EF4-FFF2-40B4-BE49-F238E27FC236}">
                    <a16:creationId xmlns:a16="http://schemas.microsoft.com/office/drawing/2014/main" id="{DF7A1F09-C11E-20F4-2705-A0527E03FB01}"/>
                  </a:ext>
                </a:extLst>
              </p:cNvPr>
              <p:cNvSpPr/>
              <p:nvPr/>
            </p:nvSpPr>
            <p:spPr>
              <a:xfrm>
                <a:off x="8242320" y="4650143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24" name="자유형: 도형 1413">
                <a:extLst>
                  <a:ext uri="{FF2B5EF4-FFF2-40B4-BE49-F238E27FC236}">
                    <a16:creationId xmlns:a16="http://schemas.microsoft.com/office/drawing/2014/main" id="{0A24AC81-D93B-D1ED-360E-1EE791C39ACB}"/>
                  </a:ext>
                </a:extLst>
              </p:cNvPr>
              <p:cNvSpPr/>
              <p:nvPr/>
            </p:nvSpPr>
            <p:spPr>
              <a:xfrm>
                <a:off x="8242320" y="4667478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25" name="자유형: 도형 1414">
                <a:extLst>
                  <a:ext uri="{FF2B5EF4-FFF2-40B4-BE49-F238E27FC236}">
                    <a16:creationId xmlns:a16="http://schemas.microsoft.com/office/drawing/2014/main" id="{B0255FA7-1A13-CAEE-969A-86E79CB0D2CE}"/>
                  </a:ext>
                </a:extLst>
              </p:cNvPr>
              <p:cNvSpPr/>
              <p:nvPr/>
            </p:nvSpPr>
            <p:spPr>
              <a:xfrm>
                <a:off x="8242320" y="4684812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26" name="자유형: 도형 1415">
                <a:extLst>
                  <a:ext uri="{FF2B5EF4-FFF2-40B4-BE49-F238E27FC236}">
                    <a16:creationId xmlns:a16="http://schemas.microsoft.com/office/drawing/2014/main" id="{CE9F8F20-8042-EBCC-CB1E-2B1EB1A7F6B1}"/>
                  </a:ext>
                </a:extLst>
              </p:cNvPr>
              <p:cNvSpPr/>
              <p:nvPr/>
            </p:nvSpPr>
            <p:spPr>
              <a:xfrm>
                <a:off x="8242320" y="4702146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27" name="자유형: 도형 1416">
                <a:extLst>
                  <a:ext uri="{FF2B5EF4-FFF2-40B4-BE49-F238E27FC236}">
                    <a16:creationId xmlns:a16="http://schemas.microsoft.com/office/drawing/2014/main" id="{7ACCD98B-2432-0DD7-E5B7-EC80E050ED8C}"/>
                  </a:ext>
                </a:extLst>
              </p:cNvPr>
              <p:cNvSpPr/>
              <p:nvPr/>
            </p:nvSpPr>
            <p:spPr>
              <a:xfrm>
                <a:off x="8242320" y="4719549"/>
                <a:ext cx="72638" cy="95337"/>
              </a:xfrm>
              <a:custGeom>
                <a:avLst/>
                <a:gdLst>
                  <a:gd name="connsiteX0" fmla="*/ 72639 w 72638"/>
                  <a:gd name="connsiteY0" fmla="*/ 0 h 95337"/>
                  <a:gd name="connsiteX1" fmla="*/ 0 w 72638"/>
                  <a:gd name="connsiteY1" fmla="*/ 91830 h 95337"/>
                  <a:gd name="connsiteX2" fmla="*/ 0 w 72638"/>
                  <a:gd name="connsiteY2" fmla="*/ 95338 h 95337"/>
                  <a:gd name="connsiteX3" fmla="*/ 72639 w 72638"/>
                  <a:gd name="connsiteY3" fmla="*/ 3508 h 95337"/>
                  <a:gd name="connsiteX4" fmla="*/ 72639 w 72638"/>
                  <a:gd name="connsiteY4" fmla="*/ 0 h 9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337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338"/>
                    </a:lnTo>
                    <a:lnTo>
                      <a:pt x="72639" y="3508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28" name="자유형: 도형 1417">
                <a:extLst>
                  <a:ext uri="{FF2B5EF4-FFF2-40B4-BE49-F238E27FC236}">
                    <a16:creationId xmlns:a16="http://schemas.microsoft.com/office/drawing/2014/main" id="{7F220C64-18B0-55D3-A0A9-5AA68FCD3D09}"/>
                  </a:ext>
                </a:extLst>
              </p:cNvPr>
              <p:cNvSpPr/>
              <p:nvPr/>
            </p:nvSpPr>
            <p:spPr>
              <a:xfrm>
                <a:off x="8242320" y="4736883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29" name="자유형: 도형 1418">
                <a:extLst>
                  <a:ext uri="{FF2B5EF4-FFF2-40B4-BE49-F238E27FC236}">
                    <a16:creationId xmlns:a16="http://schemas.microsoft.com/office/drawing/2014/main" id="{79B01721-E8E3-9335-7D40-9C1F3A41840B}"/>
                  </a:ext>
                </a:extLst>
              </p:cNvPr>
              <p:cNvSpPr/>
              <p:nvPr/>
            </p:nvSpPr>
            <p:spPr>
              <a:xfrm>
                <a:off x="8245897" y="4754217"/>
                <a:ext cx="69061" cy="87289"/>
              </a:xfrm>
              <a:custGeom>
                <a:avLst/>
                <a:gdLst>
                  <a:gd name="connsiteX0" fmla="*/ 2820 w 69061"/>
                  <a:gd name="connsiteY0" fmla="*/ 87290 h 87289"/>
                  <a:gd name="connsiteX1" fmla="*/ 69062 w 69061"/>
                  <a:gd name="connsiteY1" fmla="*/ 3577 h 87289"/>
                  <a:gd name="connsiteX2" fmla="*/ 69062 w 69061"/>
                  <a:gd name="connsiteY2" fmla="*/ 0 h 87289"/>
                  <a:gd name="connsiteX3" fmla="*/ 0 w 69061"/>
                  <a:gd name="connsiteY3" fmla="*/ 87290 h 87289"/>
                  <a:gd name="connsiteX4" fmla="*/ 2820 w 69061"/>
                  <a:gd name="connsiteY4" fmla="*/ 87290 h 87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061" h="87289">
                    <a:moveTo>
                      <a:pt x="2820" y="87290"/>
                    </a:moveTo>
                    <a:lnTo>
                      <a:pt x="69062" y="3577"/>
                    </a:lnTo>
                    <a:lnTo>
                      <a:pt x="69062" y="0"/>
                    </a:lnTo>
                    <a:lnTo>
                      <a:pt x="0" y="87290"/>
                    </a:lnTo>
                    <a:lnTo>
                      <a:pt x="2820" y="8729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30" name="자유형: 도형 1419">
                <a:extLst>
                  <a:ext uri="{FF2B5EF4-FFF2-40B4-BE49-F238E27FC236}">
                    <a16:creationId xmlns:a16="http://schemas.microsoft.com/office/drawing/2014/main" id="{62FD51FE-5476-892B-B66E-5350AFAFFCEB}"/>
                  </a:ext>
                </a:extLst>
              </p:cNvPr>
              <p:cNvSpPr/>
              <p:nvPr/>
            </p:nvSpPr>
            <p:spPr>
              <a:xfrm>
                <a:off x="8259585" y="4771552"/>
                <a:ext cx="55373" cy="69955"/>
              </a:xfrm>
              <a:custGeom>
                <a:avLst/>
                <a:gdLst>
                  <a:gd name="connsiteX0" fmla="*/ 2820 w 55373"/>
                  <a:gd name="connsiteY0" fmla="*/ 69956 h 69955"/>
                  <a:gd name="connsiteX1" fmla="*/ 55373 w 55373"/>
                  <a:gd name="connsiteY1" fmla="*/ 3577 h 69955"/>
                  <a:gd name="connsiteX2" fmla="*/ 55373 w 55373"/>
                  <a:gd name="connsiteY2" fmla="*/ 0 h 69955"/>
                  <a:gd name="connsiteX3" fmla="*/ 0 w 55373"/>
                  <a:gd name="connsiteY3" fmla="*/ 69956 h 69955"/>
                  <a:gd name="connsiteX4" fmla="*/ 2820 w 55373"/>
                  <a:gd name="connsiteY4" fmla="*/ 69956 h 6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373" h="69955">
                    <a:moveTo>
                      <a:pt x="2820" y="69956"/>
                    </a:moveTo>
                    <a:lnTo>
                      <a:pt x="55373" y="3577"/>
                    </a:lnTo>
                    <a:lnTo>
                      <a:pt x="55373" y="0"/>
                    </a:lnTo>
                    <a:lnTo>
                      <a:pt x="0" y="69956"/>
                    </a:lnTo>
                    <a:lnTo>
                      <a:pt x="2820" y="6995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31" name="자유형: 도형 1420">
                <a:extLst>
                  <a:ext uri="{FF2B5EF4-FFF2-40B4-BE49-F238E27FC236}">
                    <a16:creationId xmlns:a16="http://schemas.microsoft.com/office/drawing/2014/main" id="{CB286FE6-B66B-31B8-AE69-A4F1FFD70CF4}"/>
                  </a:ext>
                </a:extLst>
              </p:cNvPr>
              <p:cNvSpPr/>
              <p:nvPr/>
            </p:nvSpPr>
            <p:spPr>
              <a:xfrm>
                <a:off x="8273343" y="4788886"/>
                <a:ext cx="41616" cy="52621"/>
              </a:xfrm>
              <a:custGeom>
                <a:avLst/>
                <a:gdLst>
                  <a:gd name="connsiteX0" fmla="*/ 2820 w 41616"/>
                  <a:gd name="connsiteY0" fmla="*/ 52621 h 52621"/>
                  <a:gd name="connsiteX1" fmla="*/ 41616 w 41616"/>
                  <a:gd name="connsiteY1" fmla="*/ 3577 h 52621"/>
                  <a:gd name="connsiteX2" fmla="*/ 41616 w 41616"/>
                  <a:gd name="connsiteY2" fmla="*/ 0 h 52621"/>
                  <a:gd name="connsiteX3" fmla="*/ 0 w 41616"/>
                  <a:gd name="connsiteY3" fmla="*/ 52621 h 52621"/>
                  <a:gd name="connsiteX4" fmla="*/ 2820 w 41616"/>
                  <a:gd name="connsiteY4" fmla="*/ 52621 h 52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16" h="52621">
                    <a:moveTo>
                      <a:pt x="2820" y="52621"/>
                    </a:moveTo>
                    <a:lnTo>
                      <a:pt x="41616" y="3577"/>
                    </a:lnTo>
                    <a:lnTo>
                      <a:pt x="41616" y="0"/>
                    </a:lnTo>
                    <a:lnTo>
                      <a:pt x="0" y="52621"/>
                    </a:lnTo>
                    <a:lnTo>
                      <a:pt x="2820" y="5262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32" name="자유형: 도형 1421">
                <a:extLst>
                  <a:ext uri="{FF2B5EF4-FFF2-40B4-BE49-F238E27FC236}">
                    <a16:creationId xmlns:a16="http://schemas.microsoft.com/office/drawing/2014/main" id="{D6371F51-E4FB-6BBC-DE39-9CB67C6AA5D4}"/>
                  </a:ext>
                </a:extLst>
              </p:cNvPr>
              <p:cNvSpPr/>
              <p:nvPr/>
            </p:nvSpPr>
            <p:spPr>
              <a:xfrm>
                <a:off x="8287031" y="4806220"/>
                <a:ext cx="27927" cy="35287"/>
              </a:xfrm>
              <a:custGeom>
                <a:avLst/>
                <a:gdLst>
                  <a:gd name="connsiteX0" fmla="*/ 2820 w 27927"/>
                  <a:gd name="connsiteY0" fmla="*/ 35287 h 35287"/>
                  <a:gd name="connsiteX1" fmla="*/ 27928 w 27927"/>
                  <a:gd name="connsiteY1" fmla="*/ 3577 h 35287"/>
                  <a:gd name="connsiteX2" fmla="*/ 27928 w 27927"/>
                  <a:gd name="connsiteY2" fmla="*/ 0 h 35287"/>
                  <a:gd name="connsiteX3" fmla="*/ 0 w 27927"/>
                  <a:gd name="connsiteY3" fmla="*/ 35287 h 35287"/>
                  <a:gd name="connsiteX4" fmla="*/ 2820 w 27927"/>
                  <a:gd name="connsiteY4" fmla="*/ 35287 h 3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927" h="35287">
                    <a:moveTo>
                      <a:pt x="2820" y="35287"/>
                    </a:moveTo>
                    <a:lnTo>
                      <a:pt x="27928" y="3577"/>
                    </a:lnTo>
                    <a:lnTo>
                      <a:pt x="27928" y="0"/>
                    </a:lnTo>
                    <a:lnTo>
                      <a:pt x="0" y="35287"/>
                    </a:lnTo>
                    <a:lnTo>
                      <a:pt x="2820" y="3528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33" name="자유형: 도형 1422">
                <a:extLst>
                  <a:ext uri="{FF2B5EF4-FFF2-40B4-BE49-F238E27FC236}">
                    <a16:creationId xmlns:a16="http://schemas.microsoft.com/office/drawing/2014/main" id="{CAD5067A-008A-A83D-A5D7-BF77789F9743}"/>
                  </a:ext>
                </a:extLst>
              </p:cNvPr>
              <p:cNvSpPr/>
              <p:nvPr/>
            </p:nvSpPr>
            <p:spPr>
              <a:xfrm>
                <a:off x="8300788" y="4823623"/>
                <a:ext cx="14170" cy="17884"/>
              </a:xfrm>
              <a:custGeom>
                <a:avLst/>
                <a:gdLst>
                  <a:gd name="connsiteX0" fmla="*/ 2820 w 14170"/>
                  <a:gd name="connsiteY0" fmla="*/ 17884 h 17884"/>
                  <a:gd name="connsiteX1" fmla="*/ 14170 w 14170"/>
                  <a:gd name="connsiteY1" fmla="*/ 3577 h 17884"/>
                  <a:gd name="connsiteX2" fmla="*/ 14170 w 14170"/>
                  <a:gd name="connsiteY2" fmla="*/ 0 h 17884"/>
                  <a:gd name="connsiteX3" fmla="*/ 0 w 14170"/>
                  <a:gd name="connsiteY3" fmla="*/ 17884 h 17884"/>
                  <a:gd name="connsiteX4" fmla="*/ 2820 w 14170"/>
                  <a:gd name="connsiteY4" fmla="*/ 17884 h 17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70" h="17884">
                    <a:moveTo>
                      <a:pt x="2820" y="17884"/>
                    </a:moveTo>
                    <a:lnTo>
                      <a:pt x="14170" y="3577"/>
                    </a:lnTo>
                    <a:lnTo>
                      <a:pt x="14170" y="0"/>
                    </a:lnTo>
                    <a:lnTo>
                      <a:pt x="0" y="17884"/>
                    </a:lnTo>
                    <a:lnTo>
                      <a:pt x="2820" y="178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</p:grpSp>
      <p:sp>
        <p:nvSpPr>
          <p:cNvPr id="54" name="직사각형 53"/>
          <p:cNvSpPr/>
          <p:nvPr userDrawn="1"/>
        </p:nvSpPr>
        <p:spPr>
          <a:xfrm>
            <a:off x="448196" y="372418"/>
            <a:ext cx="163859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700" spc="-20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만족도</a:t>
            </a:r>
            <a:r>
              <a:rPr lang="ko-KR" altLang="en-US" sz="2700" spc="-200" baseline="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결과</a:t>
            </a:r>
            <a:endParaRPr lang="ko-KR" altLang="en-US" sz="2700" dirty="0">
              <a:solidFill>
                <a:srgbClr val="36A86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7" name="제목 1">
            <a:extLst>
              <a:ext uri="{FF2B5EF4-FFF2-40B4-BE49-F238E27FC236}">
                <a16:creationId xmlns:a16="http://schemas.microsoft.com/office/drawing/2014/main" id="{C4915CEA-E490-4BA4-814E-BCCB6882F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552" y="1052736"/>
            <a:ext cx="8517179" cy="286232"/>
          </a:xfrm>
        </p:spPr>
        <p:txBody>
          <a:bodyPr wrap="square" lIns="36000" rIns="0" anchor="ctr">
            <a:spAutoFit/>
          </a:bodyPr>
          <a:lstStyle>
            <a:lvl1pPr>
              <a:defRPr sz="1400" b="0" spc="-80" baseline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0"/>
                </a:gra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F2B320-17DF-0F2B-1231-1BA90F4B04B4}"/>
              </a:ext>
            </a:extLst>
          </p:cNvPr>
          <p:cNvSpPr txBox="1"/>
          <p:nvPr userDrawn="1"/>
        </p:nvSpPr>
        <p:spPr>
          <a:xfrm>
            <a:off x="8676474" y="144000"/>
            <a:ext cx="1014726" cy="25712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none" lIns="18000" tIns="10800" rIns="36000" bIns="0" rtlCol="0" anchor="t">
            <a:spAutoFit/>
          </a:bodyPr>
          <a:lstStyle/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고객사명</a:t>
            </a:r>
            <a: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_</a:t>
            </a:r>
            <a:r>
              <a:rPr lang="ko-KR" altLang="en-US" sz="800" spc="0" baseline="0" dirty="0" err="1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과정명</a:t>
            </a:r>
            <a:b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</a:b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과정운영 결과보고서</a:t>
            </a:r>
          </a:p>
        </p:txBody>
      </p:sp>
    </p:spTree>
    <p:extLst>
      <p:ext uri="{BB962C8B-B14F-4D97-AF65-F5344CB8AC3E}">
        <p14:creationId xmlns:p14="http://schemas.microsoft.com/office/powerpoint/2010/main" val="3766782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958" userDrawn="1">
          <p15:clr>
            <a:srgbClr val="9FCC3B"/>
          </p15:clr>
        </p15:guide>
        <p15:guide id="1" orient="horz" pos="2160" userDrawn="1">
          <p15:clr>
            <a:srgbClr val="FBAE40"/>
          </p15:clr>
        </p15:guide>
        <p15:guide id="2" orient="horz" pos="4002">
          <p15:clr>
            <a:srgbClr val="9FCC3B"/>
          </p15:clr>
        </p15:guide>
        <p15:guide id="3" pos="3120">
          <p15:clr>
            <a:srgbClr val="FBAE40"/>
          </p15:clr>
        </p15:guide>
        <p15:guide id="4" pos="203">
          <p15:clr>
            <a:srgbClr val="9FCC3B"/>
          </p15:clr>
        </p15:guide>
        <p15:guide id="5" pos="6036">
          <p15:clr>
            <a:srgbClr val="9FCC3B"/>
          </p15:clr>
        </p15:guide>
        <p15:guide id="6" orient="horz" pos="890" userDrawn="1">
          <p15:clr>
            <a:srgbClr val="9FCC3B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캡션 없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ED2E497-DC81-4DB8-B1A5-BFC4C9FD87AD}"/>
              </a:ext>
            </a:extLst>
          </p:cNvPr>
          <p:cNvSpPr txBox="1"/>
          <p:nvPr userDrawn="1"/>
        </p:nvSpPr>
        <p:spPr>
          <a:xfrm>
            <a:off x="4657887" y="6552000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algn="ctr" defTabSz="457200" rtl="0" eaLnBrk="1" latinLnBrk="0" hangingPunct="1"/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 </a:t>
            </a:r>
            <a:fld id="{FE956E00-98D8-4B71-9451-472125E19CED}" type="slidenum">
              <a:rPr lang="ko-KR" altLang="en-US" sz="800" kern="1200" spc="0" smtClean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marL="0" algn="ctr" defTabSz="457200" rtl="0" eaLnBrk="1" latinLnBrk="0" hangingPunct="1"/>
              <a:t>‹#›</a:t>
            </a:fld>
            <a:r>
              <a:rPr lang="ko-KR" altLang="en-US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</a:t>
            </a:r>
            <a:endParaRPr lang="ko-KR" altLang="en-US" sz="800" kern="1200" spc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0"/>
              </a:gra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0" y="6498000"/>
            <a:ext cx="9907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287917" y="593044"/>
            <a:ext cx="414294" cy="242990"/>
          </a:xfrm>
          <a:prstGeom prst="round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08375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12" name="모서리가 둥근 직사각형 11"/>
          <p:cNvSpPr/>
          <p:nvPr userDrawn="1"/>
        </p:nvSpPr>
        <p:spPr>
          <a:xfrm>
            <a:off x="7781753" y="593044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7708936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14" name="모서리가 둥근 직사각형 13"/>
          <p:cNvSpPr/>
          <p:nvPr userDrawn="1"/>
        </p:nvSpPr>
        <p:spPr>
          <a:xfrm>
            <a:off x="8275589" y="592737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22" name="모서리가 둥근 직사각형 21"/>
          <p:cNvSpPr/>
          <p:nvPr userDrawn="1"/>
        </p:nvSpPr>
        <p:spPr>
          <a:xfrm>
            <a:off x="8769424" y="592737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8190516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8691077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cxnSp>
        <p:nvCxnSpPr>
          <p:cNvPr id="26" name="직선 연결선 25"/>
          <p:cNvCxnSpPr/>
          <p:nvPr userDrawn="1"/>
        </p:nvCxnSpPr>
        <p:spPr>
          <a:xfrm>
            <a:off x="308484" y="0"/>
            <a:ext cx="0" cy="797983"/>
          </a:xfrm>
          <a:prstGeom prst="line">
            <a:avLst/>
          </a:prstGeom>
          <a:ln w="12700">
            <a:solidFill>
              <a:srgbClr val="1EBC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 userDrawn="1"/>
        </p:nvSpPr>
        <p:spPr>
          <a:xfrm>
            <a:off x="448196" y="372418"/>
            <a:ext cx="163859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700" spc="-20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만족도</a:t>
            </a:r>
            <a:r>
              <a:rPr lang="ko-KR" altLang="en-US" sz="2700" spc="-200" baseline="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결과</a:t>
            </a:r>
            <a:endParaRPr lang="ko-KR" altLang="en-US" sz="2700" dirty="0">
              <a:solidFill>
                <a:srgbClr val="36A86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4" name="사각형: 둥근 모서리 3">
            <a:extLst>
              <a:ext uri="{FF2B5EF4-FFF2-40B4-BE49-F238E27FC236}">
                <a16:creationId xmlns:a16="http://schemas.microsoft.com/office/drawing/2014/main" id="{573C4F1F-DE48-F3D9-D703-2BDCF6DE62A4}"/>
              </a:ext>
            </a:extLst>
          </p:cNvPr>
          <p:cNvSpPr/>
          <p:nvPr userDrawn="1"/>
        </p:nvSpPr>
        <p:spPr>
          <a:xfrm>
            <a:off x="323372" y="961935"/>
            <a:ext cx="9258778" cy="460524"/>
          </a:xfrm>
          <a:prstGeom prst="roundRect">
            <a:avLst>
              <a:gd name="adj" fmla="val 532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92A9789-7DD9-AD6E-6FCD-3FE6B7095308}"/>
              </a:ext>
            </a:extLst>
          </p:cNvPr>
          <p:cNvGrpSpPr/>
          <p:nvPr userDrawn="1"/>
        </p:nvGrpSpPr>
        <p:grpSpPr>
          <a:xfrm>
            <a:off x="488504" y="1045008"/>
            <a:ext cx="263424" cy="289249"/>
            <a:chOff x="7302045" y="2974665"/>
            <a:chExt cx="320750" cy="327629"/>
          </a:xfrm>
        </p:grpSpPr>
        <p:grpSp>
          <p:nvGrpSpPr>
            <p:cNvPr id="36" name="그래픽 2">
              <a:extLst>
                <a:ext uri="{FF2B5EF4-FFF2-40B4-BE49-F238E27FC236}">
                  <a16:creationId xmlns:a16="http://schemas.microsoft.com/office/drawing/2014/main" id="{7C0571AC-B0A6-2D30-B456-86B77067383D}"/>
                </a:ext>
              </a:extLst>
            </p:cNvPr>
            <p:cNvGrpSpPr/>
            <p:nvPr/>
          </p:nvGrpSpPr>
          <p:grpSpPr>
            <a:xfrm>
              <a:off x="7302045" y="2974665"/>
              <a:ext cx="320750" cy="327629"/>
              <a:chOff x="8013743" y="4558933"/>
              <a:chExt cx="320750" cy="327629"/>
            </a:xfrm>
            <a:solidFill>
              <a:srgbClr val="4D4E50"/>
            </a:solidFill>
          </p:grpSpPr>
          <p:sp>
            <p:nvSpPr>
              <p:cNvPr id="72" name="자유형: 도형 1385">
                <a:extLst>
                  <a:ext uri="{FF2B5EF4-FFF2-40B4-BE49-F238E27FC236}">
                    <a16:creationId xmlns:a16="http://schemas.microsoft.com/office/drawing/2014/main" id="{D7D6F45B-4C99-BC76-43EC-E19F1AE71F87}"/>
                  </a:ext>
                </a:extLst>
              </p:cNvPr>
              <p:cNvSpPr/>
              <p:nvPr/>
            </p:nvSpPr>
            <p:spPr>
              <a:xfrm>
                <a:off x="8043872" y="4776023"/>
                <a:ext cx="72913" cy="68580"/>
              </a:xfrm>
              <a:custGeom>
                <a:avLst/>
                <a:gdLst>
                  <a:gd name="connsiteX0" fmla="*/ 0 w 72913"/>
                  <a:gd name="connsiteY0" fmla="*/ 0 h 68580"/>
                  <a:gd name="connsiteX1" fmla="*/ 72913 w 72913"/>
                  <a:gd name="connsiteY1" fmla="*/ 0 h 68580"/>
                  <a:gd name="connsiteX2" fmla="*/ 72913 w 72913"/>
                  <a:gd name="connsiteY2" fmla="*/ 68580 h 68580"/>
                  <a:gd name="connsiteX3" fmla="*/ 0 w 72913"/>
                  <a:gd name="connsiteY3" fmla="*/ 68580 h 68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913" h="68580">
                    <a:moveTo>
                      <a:pt x="0" y="0"/>
                    </a:moveTo>
                    <a:lnTo>
                      <a:pt x="72913" y="0"/>
                    </a:lnTo>
                    <a:lnTo>
                      <a:pt x="72913" y="68580"/>
                    </a:lnTo>
                    <a:lnTo>
                      <a:pt x="0" y="68580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73" name="자유형: 도형 1386">
                <a:extLst>
                  <a:ext uri="{FF2B5EF4-FFF2-40B4-BE49-F238E27FC236}">
                    <a16:creationId xmlns:a16="http://schemas.microsoft.com/office/drawing/2014/main" id="{623EB2C7-CBAC-CAF2-382C-05B79129687D}"/>
                  </a:ext>
                </a:extLst>
              </p:cNvPr>
              <p:cNvSpPr/>
              <p:nvPr/>
            </p:nvSpPr>
            <p:spPr>
              <a:xfrm>
                <a:off x="8142099" y="4713289"/>
                <a:ext cx="72913" cy="131381"/>
              </a:xfrm>
              <a:custGeom>
                <a:avLst/>
                <a:gdLst>
                  <a:gd name="connsiteX0" fmla="*/ 0 w 72913"/>
                  <a:gd name="connsiteY0" fmla="*/ 0 h 131381"/>
                  <a:gd name="connsiteX1" fmla="*/ 72914 w 72913"/>
                  <a:gd name="connsiteY1" fmla="*/ 0 h 131381"/>
                  <a:gd name="connsiteX2" fmla="*/ 72914 w 72913"/>
                  <a:gd name="connsiteY2" fmla="*/ 131382 h 131381"/>
                  <a:gd name="connsiteX3" fmla="*/ 0 w 72913"/>
                  <a:gd name="connsiteY3" fmla="*/ 131382 h 131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913" h="131381">
                    <a:moveTo>
                      <a:pt x="0" y="0"/>
                    </a:moveTo>
                    <a:lnTo>
                      <a:pt x="72914" y="0"/>
                    </a:lnTo>
                    <a:lnTo>
                      <a:pt x="72914" y="131382"/>
                    </a:lnTo>
                    <a:lnTo>
                      <a:pt x="0" y="131382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74" name="자유형: 도형 1387">
                <a:extLst>
                  <a:ext uri="{FF2B5EF4-FFF2-40B4-BE49-F238E27FC236}">
                    <a16:creationId xmlns:a16="http://schemas.microsoft.com/office/drawing/2014/main" id="{6EE5664A-FB3C-346F-4C6A-B168ED7869CD}"/>
                  </a:ext>
                </a:extLst>
              </p:cNvPr>
              <p:cNvSpPr/>
              <p:nvPr/>
            </p:nvSpPr>
            <p:spPr>
              <a:xfrm>
                <a:off x="8013743" y="4558933"/>
                <a:ext cx="320750" cy="327629"/>
              </a:xfrm>
              <a:custGeom>
                <a:avLst/>
                <a:gdLst>
                  <a:gd name="connsiteX0" fmla="*/ 17815 w 320750"/>
                  <a:gd name="connsiteY0" fmla="*/ 0 h 327629"/>
                  <a:gd name="connsiteX1" fmla="*/ 0 w 320750"/>
                  <a:gd name="connsiteY1" fmla="*/ 0 h 327629"/>
                  <a:gd name="connsiteX2" fmla="*/ 0 w 320750"/>
                  <a:gd name="connsiteY2" fmla="*/ 318687 h 327629"/>
                  <a:gd name="connsiteX3" fmla="*/ 2614 w 320750"/>
                  <a:gd name="connsiteY3" fmla="*/ 325016 h 327629"/>
                  <a:gd name="connsiteX4" fmla="*/ 8943 w 320750"/>
                  <a:gd name="connsiteY4" fmla="*/ 327629 h 327629"/>
                  <a:gd name="connsiteX5" fmla="*/ 320751 w 320750"/>
                  <a:gd name="connsiteY5" fmla="*/ 327629 h 327629"/>
                  <a:gd name="connsiteX6" fmla="*/ 320751 w 320750"/>
                  <a:gd name="connsiteY6" fmla="*/ 309814 h 327629"/>
                  <a:gd name="connsiteX7" fmla="*/ 17815 w 320750"/>
                  <a:gd name="connsiteY7" fmla="*/ 309814 h 327629"/>
                  <a:gd name="connsiteX8" fmla="*/ 17815 w 320750"/>
                  <a:gd name="connsiteY8" fmla="*/ 0 h 32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0750" h="327629">
                    <a:moveTo>
                      <a:pt x="17815" y="0"/>
                    </a:moveTo>
                    <a:lnTo>
                      <a:pt x="0" y="0"/>
                    </a:lnTo>
                    <a:lnTo>
                      <a:pt x="0" y="318687"/>
                    </a:lnTo>
                    <a:cubicBezTo>
                      <a:pt x="0" y="321026"/>
                      <a:pt x="963" y="323365"/>
                      <a:pt x="2614" y="325016"/>
                    </a:cubicBezTo>
                    <a:cubicBezTo>
                      <a:pt x="4265" y="326667"/>
                      <a:pt x="6603" y="327629"/>
                      <a:pt x="8943" y="327629"/>
                    </a:cubicBezTo>
                    <a:lnTo>
                      <a:pt x="320751" y="327629"/>
                    </a:lnTo>
                    <a:lnTo>
                      <a:pt x="320751" y="309814"/>
                    </a:lnTo>
                    <a:lnTo>
                      <a:pt x="17815" y="309814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37" name="그래픽 2">
              <a:extLst>
                <a:ext uri="{FF2B5EF4-FFF2-40B4-BE49-F238E27FC236}">
                  <a16:creationId xmlns:a16="http://schemas.microsoft.com/office/drawing/2014/main" id="{B4E54E5C-747A-57D7-0A6D-407B6CD70407}"/>
                </a:ext>
              </a:extLst>
            </p:cNvPr>
            <p:cNvGrpSpPr/>
            <p:nvPr/>
          </p:nvGrpSpPr>
          <p:grpSpPr>
            <a:xfrm>
              <a:off x="7530622" y="3057346"/>
              <a:ext cx="72638" cy="199893"/>
              <a:chOff x="8242320" y="4641614"/>
              <a:chExt cx="72638" cy="199893"/>
            </a:xfrm>
            <a:solidFill>
              <a:srgbClr val="97A6D5"/>
            </a:solidFill>
          </p:grpSpPr>
          <p:sp>
            <p:nvSpPr>
              <p:cNvPr id="55" name="자유형: 도형 1389">
                <a:extLst>
                  <a:ext uri="{FF2B5EF4-FFF2-40B4-BE49-F238E27FC236}">
                    <a16:creationId xmlns:a16="http://schemas.microsoft.com/office/drawing/2014/main" id="{EE0793DB-6120-1E92-4B49-CD9E0FD1F65D}"/>
                  </a:ext>
                </a:extLst>
              </p:cNvPr>
              <p:cNvSpPr/>
              <p:nvPr/>
            </p:nvSpPr>
            <p:spPr>
              <a:xfrm>
                <a:off x="8262406" y="4775129"/>
                <a:ext cx="52552" cy="66378"/>
              </a:xfrm>
              <a:custGeom>
                <a:avLst/>
                <a:gdLst>
                  <a:gd name="connsiteX0" fmla="*/ 10937 w 52552"/>
                  <a:gd name="connsiteY0" fmla="*/ 66379 h 66378"/>
                  <a:gd name="connsiteX1" fmla="*/ 52553 w 52552"/>
                  <a:gd name="connsiteY1" fmla="*/ 13757 h 66378"/>
                  <a:gd name="connsiteX2" fmla="*/ 52553 w 52552"/>
                  <a:gd name="connsiteY2" fmla="*/ 0 h 66378"/>
                  <a:gd name="connsiteX3" fmla="*/ 0 w 52552"/>
                  <a:gd name="connsiteY3" fmla="*/ 66379 h 66378"/>
                  <a:gd name="connsiteX4" fmla="*/ 10937 w 52552"/>
                  <a:gd name="connsiteY4" fmla="*/ 66379 h 66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52" h="66378">
                    <a:moveTo>
                      <a:pt x="10937" y="66379"/>
                    </a:moveTo>
                    <a:lnTo>
                      <a:pt x="52553" y="13757"/>
                    </a:lnTo>
                    <a:lnTo>
                      <a:pt x="52553" y="0"/>
                    </a:lnTo>
                    <a:lnTo>
                      <a:pt x="0" y="66379"/>
                    </a:lnTo>
                    <a:lnTo>
                      <a:pt x="10937" y="6637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6" name="자유형: 도형 1390">
                <a:extLst>
                  <a:ext uri="{FF2B5EF4-FFF2-40B4-BE49-F238E27FC236}">
                    <a16:creationId xmlns:a16="http://schemas.microsoft.com/office/drawing/2014/main" id="{7DADE468-436E-F8C7-C665-FFA5FEB2B61A}"/>
                  </a:ext>
                </a:extLst>
              </p:cNvPr>
              <p:cNvSpPr/>
              <p:nvPr/>
            </p:nvSpPr>
            <p:spPr>
              <a:xfrm>
                <a:off x="8248718" y="4757794"/>
                <a:ext cx="66241" cy="83712"/>
              </a:xfrm>
              <a:custGeom>
                <a:avLst/>
                <a:gdLst>
                  <a:gd name="connsiteX0" fmla="*/ 10868 w 66241"/>
                  <a:gd name="connsiteY0" fmla="*/ 83713 h 83712"/>
                  <a:gd name="connsiteX1" fmla="*/ 66241 w 66241"/>
                  <a:gd name="connsiteY1" fmla="*/ 13757 h 83712"/>
                  <a:gd name="connsiteX2" fmla="*/ 66241 w 66241"/>
                  <a:gd name="connsiteY2" fmla="*/ 0 h 83712"/>
                  <a:gd name="connsiteX3" fmla="*/ 0 w 66241"/>
                  <a:gd name="connsiteY3" fmla="*/ 83713 h 83712"/>
                  <a:gd name="connsiteX4" fmla="*/ 10868 w 66241"/>
                  <a:gd name="connsiteY4" fmla="*/ 83713 h 83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241" h="83712">
                    <a:moveTo>
                      <a:pt x="10868" y="83713"/>
                    </a:moveTo>
                    <a:lnTo>
                      <a:pt x="66241" y="13757"/>
                    </a:lnTo>
                    <a:lnTo>
                      <a:pt x="66241" y="0"/>
                    </a:lnTo>
                    <a:lnTo>
                      <a:pt x="0" y="83713"/>
                    </a:lnTo>
                    <a:lnTo>
                      <a:pt x="10868" y="83713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7" name="자유형: 도형 1391">
                <a:extLst>
                  <a:ext uri="{FF2B5EF4-FFF2-40B4-BE49-F238E27FC236}">
                    <a16:creationId xmlns:a16="http://schemas.microsoft.com/office/drawing/2014/main" id="{66D7C372-0FF9-0E82-E39D-C3EF5FEB9919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10799" cy="13619"/>
              </a:xfrm>
              <a:custGeom>
                <a:avLst/>
                <a:gdLst>
                  <a:gd name="connsiteX0" fmla="*/ 0 w 10799"/>
                  <a:gd name="connsiteY0" fmla="*/ 0 h 13619"/>
                  <a:gd name="connsiteX1" fmla="*/ 0 w 10799"/>
                  <a:gd name="connsiteY1" fmla="*/ 13620 h 13619"/>
                  <a:gd name="connsiteX2" fmla="*/ 10800 w 10799"/>
                  <a:gd name="connsiteY2" fmla="*/ 0 h 13619"/>
                  <a:gd name="connsiteX3" fmla="*/ 0 w 10799"/>
                  <a:gd name="connsiteY3" fmla="*/ 0 h 13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99" h="13619">
                    <a:moveTo>
                      <a:pt x="0" y="0"/>
                    </a:moveTo>
                    <a:lnTo>
                      <a:pt x="0" y="13620"/>
                    </a:lnTo>
                    <a:lnTo>
                      <a:pt x="108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8" name="자유형: 도형 1392">
                <a:extLst>
                  <a:ext uri="{FF2B5EF4-FFF2-40B4-BE49-F238E27FC236}">
                    <a16:creationId xmlns:a16="http://schemas.microsoft.com/office/drawing/2014/main" id="{F1E1B843-9F34-5AEB-ACCE-3E69A3F6BE57}"/>
                  </a:ext>
                </a:extLst>
              </p:cNvPr>
              <p:cNvSpPr/>
              <p:nvPr/>
            </p:nvSpPr>
            <p:spPr>
              <a:xfrm>
                <a:off x="8242320" y="4671055"/>
                <a:ext cx="72638" cy="105586"/>
              </a:xfrm>
              <a:custGeom>
                <a:avLst/>
                <a:gdLst>
                  <a:gd name="connsiteX0" fmla="*/ 72639 w 72638"/>
                  <a:gd name="connsiteY0" fmla="*/ 0 h 105586"/>
                  <a:gd name="connsiteX1" fmla="*/ 0 w 72638"/>
                  <a:gd name="connsiteY1" fmla="*/ 91830 h 105586"/>
                  <a:gd name="connsiteX2" fmla="*/ 0 w 72638"/>
                  <a:gd name="connsiteY2" fmla="*/ 105587 h 105586"/>
                  <a:gd name="connsiteX3" fmla="*/ 72639 w 72638"/>
                  <a:gd name="connsiteY3" fmla="*/ 13757 h 105586"/>
                  <a:gd name="connsiteX4" fmla="*/ 72639 w 72638"/>
                  <a:gd name="connsiteY4" fmla="*/ 0 h 10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9" name="자유형: 도형 1393">
                <a:extLst>
                  <a:ext uri="{FF2B5EF4-FFF2-40B4-BE49-F238E27FC236}">
                    <a16:creationId xmlns:a16="http://schemas.microsoft.com/office/drawing/2014/main" id="{C60EBB8E-3207-4141-AB2A-771266A8EF41}"/>
                  </a:ext>
                </a:extLst>
              </p:cNvPr>
              <p:cNvSpPr/>
              <p:nvPr/>
            </p:nvSpPr>
            <p:spPr>
              <a:xfrm>
                <a:off x="8242320" y="4688389"/>
                <a:ext cx="72638" cy="105587"/>
              </a:xfrm>
              <a:custGeom>
                <a:avLst/>
                <a:gdLst>
                  <a:gd name="connsiteX0" fmla="*/ 72639 w 72638"/>
                  <a:gd name="connsiteY0" fmla="*/ 0 h 105587"/>
                  <a:gd name="connsiteX1" fmla="*/ 0 w 72638"/>
                  <a:gd name="connsiteY1" fmla="*/ 91830 h 105587"/>
                  <a:gd name="connsiteX2" fmla="*/ 0 w 72638"/>
                  <a:gd name="connsiteY2" fmla="*/ 105587 h 105587"/>
                  <a:gd name="connsiteX3" fmla="*/ 72639 w 72638"/>
                  <a:gd name="connsiteY3" fmla="*/ 13757 h 105587"/>
                  <a:gd name="connsiteX4" fmla="*/ 72639 w 72638"/>
                  <a:gd name="connsiteY4" fmla="*/ 0 h 105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7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60" name="자유형: 도형 1394">
                <a:extLst>
                  <a:ext uri="{FF2B5EF4-FFF2-40B4-BE49-F238E27FC236}">
                    <a16:creationId xmlns:a16="http://schemas.microsoft.com/office/drawing/2014/main" id="{040F04CC-DCB3-8B4D-130F-4432C31CFBFE}"/>
                  </a:ext>
                </a:extLst>
              </p:cNvPr>
              <p:cNvSpPr/>
              <p:nvPr/>
            </p:nvSpPr>
            <p:spPr>
              <a:xfrm>
                <a:off x="8242320" y="4740460"/>
                <a:ext cx="72638" cy="101047"/>
              </a:xfrm>
              <a:custGeom>
                <a:avLst/>
                <a:gdLst>
                  <a:gd name="connsiteX0" fmla="*/ 72639 w 72638"/>
                  <a:gd name="connsiteY0" fmla="*/ 13757 h 101047"/>
                  <a:gd name="connsiteX1" fmla="*/ 72639 w 72638"/>
                  <a:gd name="connsiteY1" fmla="*/ 0 h 101047"/>
                  <a:gd name="connsiteX2" fmla="*/ 0 w 72638"/>
                  <a:gd name="connsiteY2" fmla="*/ 91830 h 101047"/>
                  <a:gd name="connsiteX3" fmla="*/ 0 w 72638"/>
                  <a:gd name="connsiteY3" fmla="*/ 101047 h 101047"/>
                  <a:gd name="connsiteX4" fmla="*/ 3577 w 72638"/>
                  <a:gd name="connsiteY4" fmla="*/ 101047 h 101047"/>
                  <a:gd name="connsiteX5" fmla="*/ 72639 w 72638"/>
                  <a:gd name="connsiteY5" fmla="*/ 13757 h 101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638" h="101047">
                    <a:moveTo>
                      <a:pt x="72639" y="13757"/>
                    </a:moveTo>
                    <a:lnTo>
                      <a:pt x="72639" y="0"/>
                    </a:lnTo>
                    <a:lnTo>
                      <a:pt x="0" y="91830"/>
                    </a:lnTo>
                    <a:lnTo>
                      <a:pt x="0" y="101047"/>
                    </a:lnTo>
                    <a:lnTo>
                      <a:pt x="3577" y="101047"/>
                    </a:lnTo>
                    <a:lnTo>
                      <a:pt x="72639" y="137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61" name="자유형: 도형 1395">
                <a:extLst>
                  <a:ext uri="{FF2B5EF4-FFF2-40B4-BE49-F238E27FC236}">
                    <a16:creationId xmlns:a16="http://schemas.microsoft.com/office/drawing/2014/main" id="{37B126CF-7AE8-E823-ABCF-633A5D4AD5FC}"/>
                  </a:ext>
                </a:extLst>
              </p:cNvPr>
              <p:cNvSpPr/>
              <p:nvPr/>
            </p:nvSpPr>
            <p:spPr>
              <a:xfrm>
                <a:off x="8242320" y="4653720"/>
                <a:ext cx="72638" cy="105586"/>
              </a:xfrm>
              <a:custGeom>
                <a:avLst/>
                <a:gdLst>
                  <a:gd name="connsiteX0" fmla="*/ 72639 w 72638"/>
                  <a:gd name="connsiteY0" fmla="*/ 0 h 105586"/>
                  <a:gd name="connsiteX1" fmla="*/ 0 w 72638"/>
                  <a:gd name="connsiteY1" fmla="*/ 91830 h 105586"/>
                  <a:gd name="connsiteX2" fmla="*/ 0 w 72638"/>
                  <a:gd name="connsiteY2" fmla="*/ 105587 h 105586"/>
                  <a:gd name="connsiteX3" fmla="*/ 72639 w 72638"/>
                  <a:gd name="connsiteY3" fmla="*/ 13757 h 105586"/>
                  <a:gd name="connsiteX4" fmla="*/ 72639 w 72638"/>
                  <a:gd name="connsiteY4" fmla="*/ 0 h 10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62" name="자유형: 도형 1396">
                <a:extLst>
                  <a:ext uri="{FF2B5EF4-FFF2-40B4-BE49-F238E27FC236}">
                    <a16:creationId xmlns:a16="http://schemas.microsoft.com/office/drawing/2014/main" id="{61FB565A-027D-698C-0D9A-907AC5C85E49}"/>
                  </a:ext>
                </a:extLst>
              </p:cNvPr>
              <p:cNvSpPr/>
              <p:nvPr/>
            </p:nvSpPr>
            <p:spPr>
              <a:xfrm>
                <a:off x="8242320" y="4723057"/>
                <a:ext cx="72638" cy="105655"/>
              </a:xfrm>
              <a:custGeom>
                <a:avLst/>
                <a:gdLst>
                  <a:gd name="connsiteX0" fmla="*/ 72639 w 72638"/>
                  <a:gd name="connsiteY0" fmla="*/ 0 h 105655"/>
                  <a:gd name="connsiteX1" fmla="*/ 0 w 72638"/>
                  <a:gd name="connsiteY1" fmla="*/ 91830 h 105655"/>
                  <a:gd name="connsiteX2" fmla="*/ 0 w 72638"/>
                  <a:gd name="connsiteY2" fmla="*/ 105656 h 105655"/>
                  <a:gd name="connsiteX3" fmla="*/ 72639 w 72638"/>
                  <a:gd name="connsiteY3" fmla="*/ 13826 h 105655"/>
                  <a:gd name="connsiteX4" fmla="*/ 72639 w 72638"/>
                  <a:gd name="connsiteY4" fmla="*/ 0 h 105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655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656"/>
                    </a:lnTo>
                    <a:lnTo>
                      <a:pt x="72639" y="13826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63" name="자유형: 도형 1397">
                <a:extLst>
                  <a:ext uri="{FF2B5EF4-FFF2-40B4-BE49-F238E27FC236}">
                    <a16:creationId xmlns:a16="http://schemas.microsoft.com/office/drawing/2014/main" id="{523FAE5B-CC14-A115-E1C6-33A6179FAD6B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24488" cy="30953"/>
              </a:xfrm>
              <a:custGeom>
                <a:avLst/>
                <a:gdLst>
                  <a:gd name="connsiteX0" fmla="*/ 13620 w 24488"/>
                  <a:gd name="connsiteY0" fmla="*/ 0 h 30953"/>
                  <a:gd name="connsiteX1" fmla="*/ 0 w 24488"/>
                  <a:gd name="connsiteY1" fmla="*/ 17197 h 30953"/>
                  <a:gd name="connsiteX2" fmla="*/ 0 w 24488"/>
                  <a:gd name="connsiteY2" fmla="*/ 30954 h 30953"/>
                  <a:gd name="connsiteX3" fmla="*/ 24488 w 24488"/>
                  <a:gd name="connsiteY3" fmla="*/ 0 h 30953"/>
                  <a:gd name="connsiteX4" fmla="*/ 13620 w 24488"/>
                  <a:gd name="connsiteY4" fmla="*/ 0 h 30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88" h="30953">
                    <a:moveTo>
                      <a:pt x="13620" y="0"/>
                    </a:moveTo>
                    <a:lnTo>
                      <a:pt x="0" y="17197"/>
                    </a:lnTo>
                    <a:lnTo>
                      <a:pt x="0" y="30954"/>
                    </a:lnTo>
                    <a:lnTo>
                      <a:pt x="24488" y="0"/>
                    </a:lnTo>
                    <a:lnTo>
                      <a:pt x="136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64" name="자유형: 도형 1398">
                <a:extLst>
                  <a:ext uri="{FF2B5EF4-FFF2-40B4-BE49-F238E27FC236}">
                    <a16:creationId xmlns:a16="http://schemas.microsoft.com/office/drawing/2014/main" id="{C904BF01-3663-F282-0432-B7A829ED66AF}"/>
                  </a:ext>
                </a:extLst>
              </p:cNvPr>
              <p:cNvSpPr/>
              <p:nvPr/>
            </p:nvSpPr>
            <p:spPr>
              <a:xfrm>
                <a:off x="8242320" y="4705723"/>
                <a:ext cx="72638" cy="105655"/>
              </a:xfrm>
              <a:custGeom>
                <a:avLst/>
                <a:gdLst>
                  <a:gd name="connsiteX0" fmla="*/ 72639 w 72638"/>
                  <a:gd name="connsiteY0" fmla="*/ 0 h 105655"/>
                  <a:gd name="connsiteX1" fmla="*/ 0 w 72638"/>
                  <a:gd name="connsiteY1" fmla="*/ 91830 h 105655"/>
                  <a:gd name="connsiteX2" fmla="*/ 0 w 72638"/>
                  <a:gd name="connsiteY2" fmla="*/ 105656 h 105655"/>
                  <a:gd name="connsiteX3" fmla="*/ 72639 w 72638"/>
                  <a:gd name="connsiteY3" fmla="*/ 13826 h 105655"/>
                  <a:gd name="connsiteX4" fmla="*/ 72639 w 72638"/>
                  <a:gd name="connsiteY4" fmla="*/ 0 h 105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655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656"/>
                    </a:lnTo>
                    <a:lnTo>
                      <a:pt x="72639" y="13826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65" name="자유형: 도형 1399">
                <a:extLst>
                  <a:ext uri="{FF2B5EF4-FFF2-40B4-BE49-F238E27FC236}">
                    <a16:creationId xmlns:a16="http://schemas.microsoft.com/office/drawing/2014/main" id="{4D147FE5-CAB7-10AE-3396-93FC50795416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51934" cy="65690"/>
              </a:xfrm>
              <a:custGeom>
                <a:avLst/>
                <a:gdLst>
                  <a:gd name="connsiteX0" fmla="*/ 40997 w 51934"/>
                  <a:gd name="connsiteY0" fmla="*/ 0 h 65690"/>
                  <a:gd name="connsiteX1" fmla="*/ 0 w 51934"/>
                  <a:gd name="connsiteY1" fmla="*/ 51865 h 65690"/>
                  <a:gd name="connsiteX2" fmla="*/ 0 w 51934"/>
                  <a:gd name="connsiteY2" fmla="*/ 65691 h 65690"/>
                  <a:gd name="connsiteX3" fmla="*/ 51934 w 51934"/>
                  <a:gd name="connsiteY3" fmla="*/ 0 h 65690"/>
                  <a:gd name="connsiteX4" fmla="*/ 40997 w 51934"/>
                  <a:gd name="connsiteY4" fmla="*/ 0 h 65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934" h="65690">
                    <a:moveTo>
                      <a:pt x="40997" y="0"/>
                    </a:moveTo>
                    <a:lnTo>
                      <a:pt x="0" y="51865"/>
                    </a:lnTo>
                    <a:lnTo>
                      <a:pt x="0" y="65691"/>
                    </a:lnTo>
                    <a:lnTo>
                      <a:pt x="51934" y="0"/>
                    </a:lnTo>
                    <a:lnTo>
                      <a:pt x="4099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66" name="자유형: 도형 1400">
                <a:extLst>
                  <a:ext uri="{FF2B5EF4-FFF2-40B4-BE49-F238E27FC236}">
                    <a16:creationId xmlns:a16="http://schemas.microsoft.com/office/drawing/2014/main" id="{EAB62776-C719-EEF7-B6C3-9640EC5D24B5}"/>
                  </a:ext>
                </a:extLst>
              </p:cNvPr>
              <p:cNvSpPr/>
              <p:nvPr/>
            </p:nvSpPr>
            <p:spPr>
              <a:xfrm>
                <a:off x="8289852" y="4809797"/>
                <a:ext cx="25107" cy="31710"/>
              </a:xfrm>
              <a:custGeom>
                <a:avLst/>
                <a:gdLst>
                  <a:gd name="connsiteX0" fmla="*/ 10937 w 25107"/>
                  <a:gd name="connsiteY0" fmla="*/ 31710 h 31710"/>
                  <a:gd name="connsiteX1" fmla="*/ 25107 w 25107"/>
                  <a:gd name="connsiteY1" fmla="*/ 13826 h 31710"/>
                  <a:gd name="connsiteX2" fmla="*/ 25107 w 25107"/>
                  <a:gd name="connsiteY2" fmla="*/ 0 h 31710"/>
                  <a:gd name="connsiteX3" fmla="*/ 0 w 25107"/>
                  <a:gd name="connsiteY3" fmla="*/ 31710 h 31710"/>
                  <a:gd name="connsiteX4" fmla="*/ 10937 w 25107"/>
                  <a:gd name="connsiteY4" fmla="*/ 31710 h 3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107" h="31710">
                    <a:moveTo>
                      <a:pt x="10937" y="31710"/>
                    </a:moveTo>
                    <a:lnTo>
                      <a:pt x="25107" y="13826"/>
                    </a:lnTo>
                    <a:lnTo>
                      <a:pt x="25107" y="0"/>
                    </a:lnTo>
                    <a:lnTo>
                      <a:pt x="0" y="31710"/>
                    </a:lnTo>
                    <a:lnTo>
                      <a:pt x="10937" y="3171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67" name="자유형: 도형 1401">
                <a:extLst>
                  <a:ext uri="{FF2B5EF4-FFF2-40B4-BE49-F238E27FC236}">
                    <a16:creationId xmlns:a16="http://schemas.microsoft.com/office/drawing/2014/main" id="{C4C2383B-7567-D772-8ED3-E6C239F909EC}"/>
                  </a:ext>
                </a:extLst>
              </p:cNvPr>
              <p:cNvSpPr/>
              <p:nvPr/>
            </p:nvSpPr>
            <p:spPr>
              <a:xfrm>
                <a:off x="8303609" y="4827199"/>
                <a:ext cx="11349" cy="14307"/>
              </a:xfrm>
              <a:custGeom>
                <a:avLst/>
                <a:gdLst>
                  <a:gd name="connsiteX0" fmla="*/ 10868 w 11349"/>
                  <a:gd name="connsiteY0" fmla="*/ 14308 h 14307"/>
                  <a:gd name="connsiteX1" fmla="*/ 11350 w 11349"/>
                  <a:gd name="connsiteY1" fmla="*/ 13757 h 14307"/>
                  <a:gd name="connsiteX2" fmla="*/ 11350 w 11349"/>
                  <a:gd name="connsiteY2" fmla="*/ 0 h 14307"/>
                  <a:gd name="connsiteX3" fmla="*/ 0 w 11349"/>
                  <a:gd name="connsiteY3" fmla="*/ 14308 h 14307"/>
                  <a:gd name="connsiteX4" fmla="*/ 10868 w 11349"/>
                  <a:gd name="connsiteY4" fmla="*/ 14308 h 14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49" h="14307">
                    <a:moveTo>
                      <a:pt x="10868" y="14308"/>
                    </a:moveTo>
                    <a:lnTo>
                      <a:pt x="11350" y="13757"/>
                    </a:lnTo>
                    <a:lnTo>
                      <a:pt x="11350" y="0"/>
                    </a:lnTo>
                    <a:lnTo>
                      <a:pt x="0" y="14308"/>
                    </a:lnTo>
                    <a:lnTo>
                      <a:pt x="10868" y="1430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68" name="자유형: 도형 1402">
                <a:extLst>
                  <a:ext uri="{FF2B5EF4-FFF2-40B4-BE49-F238E27FC236}">
                    <a16:creationId xmlns:a16="http://schemas.microsoft.com/office/drawing/2014/main" id="{F4A8D087-BE8D-0BEB-0499-5BC2271986E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65622" cy="83025"/>
              </a:xfrm>
              <a:custGeom>
                <a:avLst/>
                <a:gdLst>
                  <a:gd name="connsiteX0" fmla="*/ 54755 w 65622"/>
                  <a:gd name="connsiteY0" fmla="*/ 0 h 83025"/>
                  <a:gd name="connsiteX1" fmla="*/ 0 w 65622"/>
                  <a:gd name="connsiteY1" fmla="*/ 69199 h 83025"/>
                  <a:gd name="connsiteX2" fmla="*/ 0 w 65622"/>
                  <a:gd name="connsiteY2" fmla="*/ 83025 h 83025"/>
                  <a:gd name="connsiteX3" fmla="*/ 65622 w 65622"/>
                  <a:gd name="connsiteY3" fmla="*/ 0 h 83025"/>
                  <a:gd name="connsiteX4" fmla="*/ 54755 w 65622"/>
                  <a:gd name="connsiteY4" fmla="*/ 0 h 8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2" h="83025">
                    <a:moveTo>
                      <a:pt x="54755" y="0"/>
                    </a:moveTo>
                    <a:lnTo>
                      <a:pt x="0" y="69199"/>
                    </a:lnTo>
                    <a:lnTo>
                      <a:pt x="0" y="83025"/>
                    </a:lnTo>
                    <a:lnTo>
                      <a:pt x="65622" y="0"/>
                    </a:lnTo>
                    <a:lnTo>
                      <a:pt x="5475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69" name="자유형: 도형 1403">
                <a:extLst>
                  <a:ext uri="{FF2B5EF4-FFF2-40B4-BE49-F238E27FC236}">
                    <a16:creationId xmlns:a16="http://schemas.microsoft.com/office/drawing/2014/main" id="{B5209C03-B3E3-8777-EA40-3BDC445B0F63}"/>
                  </a:ext>
                </a:extLst>
              </p:cNvPr>
              <p:cNvSpPr/>
              <p:nvPr/>
            </p:nvSpPr>
            <p:spPr>
              <a:xfrm>
                <a:off x="8276163" y="4792462"/>
                <a:ext cx="38795" cy="49044"/>
              </a:xfrm>
              <a:custGeom>
                <a:avLst/>
                <a:gdLst>
                  <a:gd name="connsiteX0" fmla="*/ 10868 w 38795"/>
                  <a:gd name="connsiteY0" fmla="*/ 49045 h 49044"/>
                  <a:gd name="connsiteX1" fmla="*/ 38796 w 38795"/>
                  <a:gd name="connsiteY1" fmla="*/ 13757 h 49044"/>
                  <a:gd name="connsiteX2" fmla="*/ 38796 w 38795"/>
                  <a:gd name="connsiteY2" fmla="*/ 0 h 49044"/>
                  <a:gd name="connsiteX3" fmla="*/ 0 w 38795"/>
                  <a:gd name="connsiteY3" fmla="*/ 49045 h 49044"/>
                  <a:gd name="connsiteX4" fmla="*/ 10868 w 38795"/>
                  <a:gd name="connsiteY4" fmla="*/ 49045 h 49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795" h="49044">
                    <a:moveTo>
                      <a:pt x="10868" y="49045"/>
                    </a:moveTo>
                    <a:lnTo>
                      <a:pt x="38796" y="13757"/>
                    </a:lnTo>
                    <a:lnTo>
                      <a:pt x="38796" y="0"/>
                    </a:lnTo>
                    <a:lnTo>
                      <a:pt x="0" y="49045"/>
                    </a:lnTo>
                    <a:lnTo>
                      <a:pt x="10868" y="4904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70" name="자유형: 도형 1404">
                <a:extLst>
                  <a:ext uri="{FF2B5EF4-FFF2-40B4-BE49-F238E27FC236}">
                    <a16:creationId xmlns:a16="http://schemas.microsoft.com/office/drawing/2014/main" id="{1FDD92D5-2CFB-8712-434A-73868EA56036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38245" cy="48288"/>
              </a:xfrm>
              <a:custGeom>
                <a:avLst/>
                <a:gdLst>
                  <a:gd name="connsiteX0" fmla="*/ 27308 w 38245"/>
                  <a:gd name="connsiteY0" fmla="*/ 0 h 48288"/>
                  <a:gd name="connsiteX1" fmla="*/ 0 w 38245"/>
                  <a:gd name="connsiteY1" fmla="*/ 34531 h 48288"/>
                  <a:gd name="connsiteX2" fmla="*/ 0 w 38245"/>
                  <a:gd name="connsiteY2" fmla="*/ 48288 h 48288"/>
                  <a:gd name="connsiteX3" fmla="*/ 38246 w 38245"/>
                  <a:gd name="connsiteY3" fmla="*/ 0 h 48288"/>
                  <a:gd name="connsiteX4" fmla="*/ 27308 w 38245"/>
                  <a:gd name="connsiteY4" fmla="*/ 0 h 4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45" h="48288">
                    <a:moveTo>
                      <a:pt x="27308" y="0"/>
                    </a:moveTo>
                    <a:lnTo>
                      <a:pt x="0" y="34531"/>
                    </a:lnTo>
                    <a:lnTo>
                      <a:pt x="0" y="48288"/>
                    </a:lnTo>
                    <a:lnTo>
                      <a:pt x="38246" y="0"/>
                    </a:lnTo>
                    <a:lnTo>
                      <a:pt x="27308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71" name="자유형: 도형 1405">
                <a:extLst>
                  <a:ext uri="{FF2B5EF4-FFF2-40B4-BE49-F238E27FC236}">
                    <a16:creationId xmlns:a16="http://schemas.microsoft.com/office/drawing/2014/main" id="{1F9EB2B5-B101-E0B7-B164-9B0DC2BF2CD3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72638" cy="100359"/>
              </a:xfrm>
              <a:custGeom>
                <a:avLst/>
                <a:gdLst>
                  <a:gd name="connsiteX0" fmla="*/ 72639 w 72638"/>
                  <a:gd name="connsiteY0" fmla="*/ 0 h 100359"/>
                  <a:gd name="connsiteX1" fmla="*/ 68443 w 72638"/>
                  <a:gd name="connsiteY1" fmla="*/ 0 h 100359"/>
                  <a:gd name="connsiteX2" fmla="*/ 0 w 72638"/>
                  <a:gd name="connsiteY2" fmla="*/ 86533 h 100359"/>
                  <a:gd name="connsiteX3" fmla="*/ 0 w 72638"/>
                  <a:gd name="connsiteY3" fmla="*/ 100359 h 100359"/>
                  <a:gd name="connsiteX4" fmla="*/ 72639 w 72638"/>
                  <a:gd name="connsiteY4" fmla="*/ 8529 h 100359"/>
                  <a:gd name="connsiteX5" fmla="*/ 72639 w 72638"/>
                  <a:gd name="connsiteY5" fmla="*/ 0 h 100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638" h="100359">
                    <a:moveTo>
                      <a:pt x="72639" y="0"/>
                    </a:moveTo>
                    <a:lnTo>
                      <a:pt x="68443" y="0"/>
                    </a:lnTo>
                    <a:lnTo>
                      <a:pt x="0" y="86533"/>
                    </a:lnTo>
                    <a:lnTo>
                      <a:pt x="0" y="100359"/>
                    </a:lnTo>
                    <a:lnTo>
                      <a:pt x="72639" y="8529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38" name="그래픽 2">
              <a:extLst>
                <a:ext uri="{FF2B5EF4-FFF2-40B4-BE49-F238E27FC236}">
                  <a16:creationId xmlns:a16="http://schemas.microsoft.com/office/drawing/2014/main" id="{CFBB6E23-1BEA-36F7-1396-0129660F8D08}"/>
                </a:ext>
              </a:extLst>
            </p:cNvPr>
            <p:cNvGrpSpPr/>
            <p:nvPr/>
          </p:nvGrpSpPr>
          <p:grpSpPr>
            <a:xfrm>
              <a:off x="7530622" y="3057346"/>
              <a:ext cx="72638" cy="199893"/>
              <a:chOff x="8242320" y="4641614"/>
              <a:chExt cx="72638" cy="199893"/>
            </a:xfrm>
            <a:solidFill>
              <a:srgbClr val="97A6D5"/>
            </a:solidFill>
          </p:grpSpPr>
          <p:sp>
            <p:nvSpPr>
              <p:cNvPr id="39" name="자유형: 도형 1407">
                <a:extLst>
                  <a:ext uri="{FF2B5EF4-FFF2-40B4-BE49-F238E27FC236}">
                    <a16:creationId xmlns:a16="http://schemas.microsoft.com/office/drawing/2014/main" id="{7DCA2AF3-F07F-4316-E204-750A1FAF54A2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13619" cy="17196"/>
              </a:xfrm>
              <a:custGeom>
                <a:avLst/>
                <a:gdLst>
                  <a:gd name="connsiteX0" fmla="*/ 10800 w 13619"/>
                  <a:gd name="connsiteY0" fmla="*/ 0 h 17196"/>
                  <a:gd name="connsiteX1" fmla="*/ 0 w 13619"/>
                  <a:gd name="connsiteY1" fmla="*/ 13620 h 17196"/>
                  <a:gd name="connsiteX2" fmla="*/ 0 w 13619"/>
                  <a:gd name="connsiteY2" fmla="*/ 17197 h 17196"/>
                  <a:gd name="connsiteX3" fmla="*/ 13620 w 13619"/>
                  <a:gd name="connsiteY3" fmla="*/ 0 h 17196"/>
                  <a:gd name="connsiteX4" fmla="*/ 10800 w 13619"/>
                  <a:gd name="connsiteY4" fmla="*/ 0 h 17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19" h="17196">
                    <a:moveTo>
                      <a:pt x="10800" y="0"/>
                    </a:moveTo>
                    <a:lnTo>
                      <a:pt x="0" y="13620"/>
                    </a:lnTo>
                    <a:lnTo>
                      <a:pt x="0" y="17197"/>
                    </a:lnTo>
                    <a:lnTo>
                      <a:pt x="13620" y="0"/>
                    </a:lnTo>
                    <a:lnTo>
                      <a:pt x="1080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0" name="자유형: 도형 1408">
                <a:extLst>
                  <a:ext uri="{FF2B5EF4-FFF2-40B4-BE49-F238E27FC236}">
                    <a16:creationId xmlns:a16="http://schemas.microsoft.com/office/drawing/2014/main" id="{B3764862-FF9F-879E-D6D3-AFF4F2633A14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27307" cy="34530"/>
              </a:xfrm>
              <a:custGeom>
                <a:avLst/>
                <a:gdLst>
                  <a:gd name="connsiteX0" fmla="*/ 24488 w 27307"/>
                  <a:gd name="connsiteY0" fmla="*/ 0 h 34530"/>
                  <a:gd name="connsiteX1" fmla="*/ 0 w 27307"/>
                  <a:gd name="connsiteY1" fmla="*/ 30954 h 34530"/>
                  <a:gd name="connsiteX2" fmla="*/ 0 w 27307"/>
                  <a:gd name="connsiteY2" fmla="*/ 34531 h 34530"/>
                  <a:gd name="connsiteX3" fmla="*/ 27308 w 27307"/>
                  <a:gd name="connsiteY3" fmla="*/ 0 h 34530"/>
                  <a:gd name="connsiteX4" fmla="*/ 24488 w 27307"/>
                  <a:gd name="connsiteY4" fmla="*/ 0 h 34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307" h="34530">
                    <a:moveTo>
                      <a:pt x="24488" y="0"/>
                    </a:moveTo>
                    <a:lnTo>
                      <a:pt x="0" y="30954"/>
                    </a:lnTo>
                    <a:lnTo>
                      <a:pt x="0" y="34531"/>
                    </a:lnTo>
                    <a:lnTo>
                      <a:pt x="27308" y="0"/>
                    </a:lnTo>
                    <a:lnTo>
                      <a:pt x="24488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1" name="자유형: 도형 1409">
                <a:extLst>
                  <a:ext uri="{FF2B5EF4-FFF2-40B4-BE49-F238E27FC236}">
                    <a16:creationId xmlns:a16="http://schemas.microsoft.com/office/drawing/2014/main" id="{58557071-3B56-E380-F0A5-17E8E93C2135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40997" cy="51864"/>
              </a:xfrm>
              <a:custGeom>
                <a:avLst/>
                <a:gdLst>
                  <a:gd name="connsiteX0" fmla="*/ 38246 w 40997"/>
                  <a:gd name="connsiteY0" fmla="*/ 0 h 51864"/>
                  <a:gd name="connsiteX1" fmla="*/ 0 w 40997"/>
                  <a:gd name="connsiteY1" fmla="*/ 48288 h 51864"/>
                  <a:gd name="connsiteX2" fmla="*/ 0 w 40997"/>
                  <a:gd name="connsiteY2" fmla="*/ 51865 h 51864"/>
                  <a:gd name="connsiteX3" fmla="*/ 40997 w 40997"/>
                  <a:gd name="connsiteY3" fmla="*/ 0 h 51864"/>
                  <a:gd name="connsiteX4" fmla="*/ 38246 w 40997"/>
                  <a:gd name="connsiteY4" fmla="*/ 0 h 51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97" h="51864">
                    <a:moveTo>
                      <a:pt x="38246" y="0"/>
                    </a:moveTo>
                    <a:lnTo>
                      <a:pt x="0" y="48288"/>
                    </a:lnTo>
                    <a:lnTo>
                      <a:pt x="0" y="51865"/>
                    </a:lnTo>
                    <a:lnTo>
                      <a:pt x="40997" y="0"/>
                    </a:lnTo>
                    <a:lnTo>
                      <a:pt x="38246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2" name="자유형: 도형 1410">
                <a:extLst>
                  <a:ext uri="{FF2B5EF4-FFF2-40B4-BE49-F238E27FC236}">
                    <a16:creationId xmlns:a16="http://schemas.microsoft.com/office/drawing/2014/main" id="{7F971ED3-F3E1-3E9D-B81A-67D4651346F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54754" cy="69199"/>
              </a:xfrm>
              <a:custGeom>
                <a:avLst/>
                <a:gdLst>
                  <a:gd name="connsiteX0" fmla="*/ 51934 w 54754"/>
                  <a:gd name="connsiteY0" fmla="*/ 0 h 69199"/>
                  <a:gd name="connsiteX1" fmla="*/ 0 w 54754"/>
                  <a:gd name="connsiteY1" fmla="*/ 65691 h 69199"/>
                  <a:gd name="connsiteX2" fmla="*/ 0 w 54754"/>
                  <a:gd name="connsiteY2" fmla="*/ 69199 h 69199"/>
                  <a:gd name="connsiteX3" fmla="*/ 54755 w 54754"/>
                  <a:gd name="connsiteY3" fmla="*/ 0 h 69199"/>
                  <a:gd name="connsiteX4" fmla="*/ 51934 w 54754"/>
                  <a:gd name="connsiteY4" fmla="*/ 0 h 69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54" h="69199">
                    <a:moveTo>
                      <a:pt x="51934" y="0"/>
                    </a:moveTo>
                    <a:lnTo>
                      <a:pt x="0" y="65691"/>
                    </a:lnTo>
                    <a:lnTo>
                      <a:pt x="0" y="69199"/>
                    </a:lnTo>
                    <a:lnTo>
                      <a:pt x="54755" y="0"/>
                    </a:lnTo>
                    <a:lnTo>
                      <a:pt x="5193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3" name="자유형: 도형 1411">
                <a:extLst>
                  <a:ext uri="{FF2B5EF4-FFF2-40B4-BE49-F238E27FC236}">
                    <a16:creationId xmlns:a16="http://schemas.microsoft.com/office/drawing/2014/main" id="{0AB6855F-20E8-EE72-5D89-1217D72D25F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68442" cy="86533"/>
              </a:xfrm>
              <a:custGeom>
                <a:avLst/>
                <a:gdLst>
                  <a:gd name="connsiteX0" fmla="*/ 65622 w 68442"/>
                  <a:gd name="connsiteY0" fmla="*/ 0 h 86533"/>
                  <a:gd name="connsiteX1" fmla="*/ 0 w 68442"/>
                  <a:gd name="connsiteY1" fmla="*/ 83025 h 86533"/>
                  <a:gd name="connsiteX2" fmla="*/ 0 w 68442"/>
                  <a:gd name="connsiteY2" fmla="*/ 86533 h 86533"/>
                  <a:gd name="connsiteX3" fmla="*/ 68443 w 68442"/>
                  <a:gd name="connsiteY3" fmla="*/ 0 h 86533"/>
                  <a:gd name="connsiteX4" fmla="*/ 65622 w 68442"/>
                  <a:gd name="connsiteY4" fmla="*/ 0 h 86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42" h="86533">
                    <a:moveTo>
                      <a:pt x="65622" y="0"/>
                    </a:moveTo>
                    <a:lnTo>
                      <a:pt x="0" y="83025"/>
                    </a:lnTo>
                    <a:lnTo>
                      <a:pt x="0" y="86533"/>
                    </a:lnTo>
                    <a:lnTo>
                      <a:pt x="68443" y="0"/>
                    </a:lnTo>
                    <a:lnTo>
                      <a:pt x="65622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4" name="자유형: 도형 1412">
                <a:extLst>
                  <a:ext uri="{FF2B5EF4-FFF2-40B4-BE49-F238E27FC236}">
                    <a16:creationId xmlns:a16="http://schemas.microsoft.com/office/drawing/2014/main" id="{DF7A1F09-C11E-20F4-2705-A0527E03FB01}"/>
                  </a:ext>
                </a:extLst>
              </p:cNvPr>
              <p:cNvSpPr/>
              <p:nvPr/>
            </p:nvSpPr>
            <p:spPr>
              <a:xfrm>
                <a:off x="8242320" y="4650143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5" name="자유형: 도형 1413">
                <a:extLst>
                  <a:ext uri="{FF2B5EF4-FFF2-40B4-BE49-F238E27FC236}">
                    <a16:creationId xmlns:a16="http://schemas.microsoft.com/office/drawing/2014/main" id="{0A24AC81-D93B-D1ED-360E-1EE791C39ACB}"/>
                  </a:ext>
                </a:extLst>
              </p:cNvPr>
              <p:cNvSpPr/>
              <p:nvPr/>
            </p:nvSpPr>
            <p:spPr>
              <a:xfrm>
                <a:off x="8242320" y="4667478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6" name="자유형: 도형 1414">
                <a:extLst>
                  <a:ext uri="{FF2B5EF4-FFF2-40B4-BE49-F238E27FC236}">
                    <a16:creationId xmlns:a16="http://schemas.microsoft.com/office/drawing/2014/main" id="{B0255FA7-1A13-CAEE-969A-86E79CB0D2CE}"/>
                  </a:ext>
                </a:extLst>
              </p:cNvPr>
              <p:cNvSpPr/>
              <p:nvPr/>
            </p:nvSpPr>
            <p:spPr>
              <a:xfrm>
                <a:off x="8242320" y="4684812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7" name="자유형: 도형 1415">
                <a:extLst>
                  <a:ext uri="{FF2B5EF4-FFF2-40B4-BE49-F238E27FC236}">
                    <a16:creationId xmlns:a16="http://schemas.microsoft.com/office/drawing/2014/main" id="{CE9F8F20-8042-EBCC-CB1E-2B1EB1A7F6B1}"/>
                  </a:ext>
                </a:extLst>
              </p:cNvPr>
              <p:cNvSpPr/>
              <p:nvPr/>
            </p:nvSpPr>
            <p:spPr>
              <a:xfrm>
                <a:off x="8242320" y="4702146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8" name="자유형: 도형 1416">
                <a:extLst>
                  <a:ext uri="{FF2B5EF4-FFF2-40B4-BE49-F238E27FC236}">
                    <a16:creationId xmlns:a16="http://schemas.microsoft.com/office/drawing/2014/main" id="{7ACCD98B-2432-0DD7-E5B7-EC80E050ED8C}"/>
                  </a:ext>
                </a:extLst>
              </p:cNvPr>
              <p:cNvSpPr/>
              <p:nvPr/>
            </p:nvSpPr>
            <p:spPr>
              <a:xfrm>
                <a:off x="8242320" y="4719549"/>
                <a:ext cx="72638" cy="95337"/>
              </a:xfrm>
              <a:custGeom>
                <a:avLst/>
                <a:gdLst>
                  <a:gd name="connsiteX0" fmla="*/ 72639 w 72638"/>
                  <a:gd name="connsiteY0" fmla="*/ 0 h 95337"/>
                  <a:gd name="connsiteX1" fmla="*/ 0 w 72638"/>
                  <a:gd name="connsiteY1" fmla="*/ 91830 h 95337"/>
                  <a:gd name="connsiteX2" fmla="*/ 0 w 72638"/>
                  <a:gd name="connsiteY2" fmla="*/ 95338 h 95337"/>
                  <a:gd name="connsiteX3" fmla="*/ 72639 w 72638"/>
                  <a:gd name="connsiteY3" fmla="*/ 3508 h 95337"/>
                  <a:gd name="connsiteX4" fmla="*/ 72639 w 72638"/>
                  <a:gd name="connsiteY4" fmla="*/ 0 h 9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337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338"/>
                    </a:lnTo>
                    <a:lnTo>
                      <a:pt x="72639" y="3508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49" name="자유형: 도형 1417">
                <a:extLst>
                  <a:ext uri="{FF2B5EF4-FFF2-40B4-BE49-F238E27FC236}">
                    <a16:creationId xmlns:a16="http://schemas.microsoft.com/office/drawing/2014/main" id="{7F220C64-18B0-55D3-A0A9-5AA68FCD3D09}"/>
                  </a:ext>
                </a:extLst>
              </p:cNvPr>
              <p:cNvSpPr/>
              <p:nvPr/>
            </p:nvSpPr>
            <p:spPr>
              <a:xfrm>
                <a:off x="8242320" y="4736883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0" name="자유형: 도형 1418">
                <a:extLst>
                  <a:ext uri="{FF2B5EF4-FFF2-40B4-BE49-F238E27FC236}">
                    <a16:creationId xmlns:a16="http://schemas.microsoft.com/office/drawing/2014/main" id="{79B01721-E8E3-9335-7D40-9C1F3A41840B}"/>
                  </a:ext>
                </a:extLst>
              </p:cNvPr>
              <p:cNvSpPr/>
              <p:nvPr/>
            </p:nvSpPr>
            <p:spPr>
              <a:xfrm>
                <a:off x="8245897" y="4754217"/>
                <a:ext cx="69061" cy="87289"/>
              </a:xfrm>
              <a:custGeom>
                <a:avLst/>
                <a:gdLst>
                  <a:gd name="connsiteX0" fmla="*/ 2820 w 69061"/>
                  <a:gd name="connsiteY0" fmla="*/ 87290 h 87289"/>
                  <a:gd name="connsiteX1" fmla="*/ 69062 w 69061"/>
                  <a:gd name="connsiteY1" fmla="*/ 3577 h 87289"/>
                  <a:gd name="connsiteX2" fmla="*/ 69062 w 69061"/>
                  <a:gd name="connsiteY2" fmla="*/ 0 h 87289"/>
                  <a:gd name="connsiteX3" fmla="*/ 0 w 69061"/>
                  <a:gd name="connsiteY3" fmla="*/ 87290 h 87289"/>
                  <a:gd name="connsiteX4" fmla="*/ 2820 w 69061"/>
                  <a:gd name="connsiteY4" fmla="*/ 87290 h 87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061" h="87289">
                    <a:moveTo>
                      <a:pt x="2820" y="87290"/>
                    </a:moveTo>
                    <a:lnTo>
                      <a:pt x="69062" y="3577"/>
                    </a:lnTo>
                    <a:lnTo>
                      <a:pt x="69062" y="0"/>
                    </a:lnTo>
                    <a:lnTo>
                      <a:pt x="0" y="87290"/>
                    </a:lnTo>
                    <a:lnTo>
                      <a:pt x="2820" y="8729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1" name="자유형: 도형 1419">
                <a:extLst>
                  <a:ext uri="{FF2B5EF4-FFF2-40B4-BE49-F238E27FC236}">
                    <a16:creationId xmlns:a16="http://schemas.microsoft.com/office/drawing/2014/main" id="{62FD51FE-5476-892B-B66E-5350AFAFFCEB}"/>
                  </a:ext>
                </a:extLst>
              </p:cNvPr>
              <p:cNvSpPr/>
              <p:nvPr/>
            </p:nvSpPr>
            <p:spPr>
              <a:xfrm>
                <a:off x="8259585" y="4771552"/>
                <a:ext cx="55373" cy="69955"/>
              </a:xfrm>
              <a:custGeom>
                <a:avLst/>
                <a:gdLst>
                  <a:gd name="connsiteX0" fmla="*/ 2820 w 55373"/>
                  <a:gd name="connsiteY0" fmla="*/ 69956 h 69955"/>
                  <a:gd name="connsiteX1" fmla="*/ 55373 w 55373"/>
                  <a:gd name="connsiteY1" fmla="*/ 3577 h 69955"/>
                  <a:gd name="connsiteX2" fmla="*/ 55373 w 55373"/>
                  <a:gd name="connsiteY2" fmla="*/ 0 h 69955"/>
                  <a:gd name="connsiteX3" fmla="*/ 0 w 55373"/>
                  <a:gd name="connsiteY3" fmla="*/ 69956 h 69955"/>
                  <a:gd name="connsiteX4" fmla="*/ 2820 w 55373"/>
                  <a:gd name="connsiteY4" fmla="*/ 69956 h 6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373" h="69955">
                    <a:moveTo>
                      <a:pt x="2820" y="69956"/>
                    </a:moveTo>
                    <a:lnTo>
                      <a:pt x="55373" y="3577"/>
                    </a:lnTo>
                    <a:lnTo>
                      <a:pt x="55373" y="0"/>
                    </a:lnTo>
                    <a:lnTo>
                      <a:pt x="0" y="69956"/>
                    </a:lnTo>
                    <a:lnTo>
                      <a:pt x="2820" y="6995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2" name="자유형: 도형 1420">
                <a:extLst>
                  <a:ext uri="{FF2B5EF4-FFF2-40B4-BE49-F238E27FC236}">
                    <a16:creationId xmlns:a16="http://schemas.microsoft.com/office/drawing/2014/main" id="{CB286FE6-B66B-31B8-AE69-A4F1FFD70CF4}"/>
                  </a:ext>
                </a:extLst>
              </p:cNvPr>
              <p:cNvSpPr/>
              <p:nvPr/>
            </p:nvSpPr>
            <p:spPr>
              <a:xfrm>
                <a:off x="8273343" y="4788886"/>
                <a:ext cx="41616" cy="52621"/>
              </a:xfrm>
              <a:custGeom>
                <a:avLst/>
                <a:gdLst>
                  <a:gd name="connsiteX0" fmla="*/ 2820 w 41616"/>
                  <a:gd name="connsiteY0" fmla="*/ 52621 h 52621"/>
                  <a:gd name="connsiteX1" fmla="*/ 41616 w 41616"/>
                  <a:gd name="connsiteY1" fmla="*/ 3577 h 52621"/>
                  <a:gd name="connsiteX2" fmla="*/ 41616 w 41616"/>
                  <a:gd name="connsiteY2" fmla="*/ 0 h 52621"/>
                  <a:gd name="connsiteX3" fmla="*/ 0 w 41616"/>
                  <a:gd name="connsiteY3" fmla="*/ 52621 h 52621"/>
                  <a:gd name="connsiteX4" fmla="*/ 2820 w 41616"/>
                  <a:gd name="connsiteY4" fmla="*/ 52621 h 52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16" h="52621">
                    <a:moveTo>
                      <a:pt x="2820" y="52621"/>
                    </a:moveTo>
                    <a:lnTo>
                      <a:pt x="41616" y="3577"/>
                    </a:lnTo>
                    <a:lnTo>
                      <a:pt x="41616" y="0"/>
                    </a:lnTo>
                    <a:lnTo>
                      <a:pt x="0" y="52621"/>
                    </a:lnTo>
                    <a:lnTo>
                      <a:pt x="2820" y="5262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3" name="자유형: 도형 1421">
                <a:extLst>
                  <a:ext uri="{FF2B5EF4-FFF2-40B4-BE49-F238E27FC236}">
                    <a16:creationId xmlns:a16="http://schemas.microsoft.com/office/drawing/2014/main" id="{D6371F51-E4FB-6BBC-DE39-9CB67C6AA5D4}"/>
                  </a:ext>
                </a:extLst>
              </p:cNvPr>
              <p:cNvSpPr/>
              <p:nvPr/>
            </p:nvSpPr>
            <p:spPr>
              <a:xfrm>
                <a:off x="8287031" y="4806220"/>
                <a:ext cx="27927" cy="35287"/>
              </a:xfrm>
              <a:custGeom>
                <a:avLst/>
                <a:gdLst>
                  <a:gd name="connsiteX0" fmla="*/ 2820 w 27927"/>
                  <a:gd name="connsiteY0" fmla="*/ 35287 h 35287"/>
                  <a:gd name="connsiteX1" fmla="*/ 27928 w 27927"/>
                  <a:gd name="connsiteY1" fmla="*/ 3577 h 35287"/>
                  <a:gd name="connsiteX2" fmla="*/ 27928 w 27927"/>
                  <a:gd name="connsiteY2" fmla="*/ 0 h 35287"/>
                  <a:gd name="connsiteX3" fmla="*/ 0 w 27927"/>
                  <a:gd name="connsiteY3" fmla="*/ 35287 h 35287"/>
                  <a:gd name="connsiteX4" fmla="*/ 2820 w 27927"/>
                  <a:gd name="connsiteY4" fmla="*/ 35287 h 3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927" h="35287">
                    <a:moveTo>
                      <a:pt x="2820" y="35287"/>
                    </a:moveTo>
                    <a:lnTo>
                      <a:pt x="27928" y="3577"/>
                    </a:lnTo>
                    <a:lnTo>
                      <a:pt x="27928" y="0"/>
                    </a:lnTo>
                    <a:lnTo>
                      <a:pt x="0" y="35287"/>
                    </a:lnTo>
                    <a:lnTo>
                      <a:pt x="2820" y="3528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54" name="자유형: 도형 1422">
                <a:extLst>
                  <a:ext uri="{FF2B5EF4-FFF2-40B4-BE49-F238E27FC236}">
                    <a16:creationId xmlns:a16="http://schemas.microsoft.com/office/drawing/2014/main" id="{CAD5067A-008A-A83D-A5D7-BF77789F9743}"/>
                  </a:ext>
                </a:extLst>
              </p:cNvPr>
              <p:cNvSpPr/>
              <p:nvPr/>
            </p:nvSpPr>
            <p:spPr>
              <a:xfrm>
                <a:off x="8300788" y="4823623"/>
                <a:ext cx="14170" cy="17884"/>
              </a:xfrm>
              <a:custGeom>
                <a:avLst/>
                <a:gdLst>
                  <a:gd name="connsiteX0" fmla="*/ 2820 w 14170"/>
                  <a:gd name="connsiteY0" fmla="*/ 17884 h 17884"/>
                  <a:gd name="connsiteX1" fmla="*/ 14170 w 14170"/>
                  <a:gd name="connsiteY1" fmla="*/ 3577 h 17884"/>
                  <a:gd name="connsiteX2" fmla="*/ 14170 w 14170"/>
                  <a:gd name="connsiteY2" fmla="*/ 0 h 17884"/>
                  <a:gd name="connsiteX3" fmla="*/ 0 w 14170"/>
                  <a:gd name="connsiteY3" fmla="*/ 17884 h 17884"/>
                  <a:gd name="connsiteX4" fmla="*/ 2820 w 14170"/>
                  <a:gd name="connsiteY4" fmla="*/ 17884 h 17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70" h="17884">
                    <a:moveTo>
                      <a:pt x="2820" y="17884"/>
                    </a:moveTo>
                    <a:lnTo>
                      <a:pt x="14170" y="3577"/>
                    </a:lnTo>
                    <a:lnTo>
                      <a:pt x="14170" y="0"/>
                    </a:lnTo>
                    <a:lnTo>
                      <a:pt x="0" y="17884"/>
                    </a:lnTo>
                    <a:lnTo>
                      <a:pt x="2820" y="178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</p:grpSp>
      <p:sp>
        <p:nvSpPr>
          <p:cNvPr id="75" name="제목 1">
            <a:extLst>
              <a:ext uri="{FF2B5EF4-FFF2-40B4-BE49-F238E27FC236}">
                <a16:creationId xmlns:a16="http://schemas.microsoft.com/office/drawing/2014/main" id="{C4915CEA-E490-4BA4-814E-BCCB6882F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552" y="1052736"/>
            <a:ext cx="8517179" cy="286232"/>
          </a:xfrm>
        </p:spPr>
        <p:txBody>
          <a:bodyPr wrap="square" lIns="36000" rIns="0" anchor="ctr">
            <a:spAutoFit/>
          </a:bodyPr>
          <a:lstStyle>
            <a:lvl1pPr>
              <a:defRPr sz="1400" b="0" spc="-80" baseline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0"/>
                </a:gra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DF930-84A6-8214-8096-4A27E67558C9}"/>
              </a:ext>
            </a:extLst>
          </p:cNvPr>
          <p:cNvSpPr txBox="1"/>
          <p:nvPr userDrawn="1"/>
        </p:nvSpPr>
        <p:spPr>
          <a:xfrm>
            <a:off x="8052906" y="144000"/>
            <a:ext cx="1638294" cy="25712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none" lIns="18000" tIns="10800" rIns="36000" bIns="0" rtlCol="0" anchor="t">
            <a:spAutoFit/>
          </a:bodyPr>
          <a:lstStyle/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신한신용정보 </a:t>
            </a:r>
            <a: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2026</a:t>
            </a: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년 </a:t>
            </a:r>
            <a:r>
              <a:rPr lang="ko-KR" altLang="en-US" sz="800" spc="0" baseline="0" dirty="0" err="1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이노체인저</a:t>
            </a: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과정</a:t>
            </a:r>
            <a:endParaRPr lang="en-US" altLang="ko-KR" sz="800" spc="0" baseline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5400000" scaled="1"/>
              </a:gra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과정운영 결과보고서</a:t>
            </a:r>
          </a:p>
        </p:txBody>
      </p:sp>
    </p:spTree>
    <p:extLst>
      <p:ext uri="{BB962C8B-B14F-4D97-AF65-F5344CB8AC3E}">
        <p14:creationId xmlns:p14="http://schemas.microsoft.com/office/powerpoint/2010/main" val="2249189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002">
          <p15:clr>
            <a:srgbClr val="9FCC3B"/>
          </p15:clr>
        </p15:guide>
        <p15:guide id="3" pos="3120">
          <p15:clr>
            <a:srgbClr val="FBAE40"/>
          </p15:clr>
        </p15:guide>
        <p15:guide id="4" pos="203">
          <p15:clr>
            <a:srgbClr val="9FCC3B"/>
          </p15:clr>
        </p15:guide>
        <p15:guide id="5" pos="6036">
          <p15:clr>
            <a:srgbClr val="9FCC3B"/>
          </p15:clr>
        </p15:guide>
        <p15:guide id="6" orient="horz" pos="735">
          <p15:clr>
            <a:srgbClr val="9FCC3B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캡션 없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ED2E497-DC81-4DB8-B1A5-BFC4C9FD87AD}"/>
              </a:ext>
            </a:extLst>
          </p:cNvPr>
          <p:cNvSpPr txBox="1"/>
          <p:nvPr userDrawn="1"/>
        </p:nvSpPr>
        <p:spPr>
          <a:xfrm>
            <a:off x="4657887" y="6552000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algn="ctr" defTabSz="457200" rtl="0" eaLnBrk="1" latinLnBrk="0" hangingPunct="1"/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 </a:t>
            </a:r>
            <a:fld id="{FE956E00-98D8-4B71-9451-472125E19CED}" type="slidenum">
              <a:rPr lang="ko-KR" altLang="en-US" sz="800" kern="1200" spc="0" smtClean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marL="0" algn="ctr" defTabSz="457200" rtl="0" eaLnBrk="1" latinLnBrk="0" hangingPunct="1"/>
              <a:t>‹#›</a:t>
            </a:fld>
            <a:r>
              <a:rPr lang="ko-KR" altLang="en-US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</a:t>
            </a:r>
            <a:endParaRPr lang="ko-KR" altLang="en-US" sz="800" kern="1200" spc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0"/>
              </a:gra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0" y="6498000"/>
            <a:ext cx="9907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781753" y="593044"/>
            <a:ext cx="414294" cy="242990"/>
          </a:xfrm>
          <a:prstGeom prst="round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708936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12" name="모서리가 둥근 직사각형 11"/>
          <p:cNvSpPr/>
          <p:nvPr userDrawn="1"/>
        </p:nvSpPr>
        <p:spPr>
          <a:xfrm>
            <a:off x="8275589" y="592737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8769424" y="592737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190516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8691077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23" name="모서리가 둥근 직사각형 22"/>
          <p:cNvSpPr/>
          <p:nvPr userDrawn="1"/>
        </p:nvSpPr>
        <p:spPr>
          <a:xfrm>
            <a:off x="7287917" y="593044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24" name="TextBox 23"/>
          <p:cNvSpPr txBox="1"/>
          <p:nvPr userDrawn="1"/>
        </p:nvSpPr>
        <p:spPr>
          <a:xfrm>
            <a:off x="7208375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cxnSp>
        <p:nvCxnSpPr>
          <p:cNvPr id="25" name="직선 연결선 24"/>
          <p:cNvCxnSpPr/>
          <p:nvPr userDrawn="1"/>
        </p:nvCxnSpPr>
        <p:spPr>
          <a:xfrm>
            <a:off x="308484" y="0"/>
            <a:ext cx="0" cy="797983"/>
          </a:xfrm>
          <a:prstGeom prst="line">
            <a:avLst/>
          </a:prstGeom>
          <a:ln w="12700">
            <a:solidFill>
              <a:srgbClr val="1EBC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 userDrawn="1"/>
        </p:nvSpPr>
        <p:spPr>
          <a:xfrm>
            <a:off x="448196" y="372418"/>
            <a:ext cx="163859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700" spc="-20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만족도</a:t>
            </a:r>
            <a:r>
              <a:rPr lang="ko-KR" altLang="en-US" sz="2700" spc="-200" baseline="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결과</a:t>
            </a:r>
            <a:endParaRPr lang="ko-KR" altLang="en-US" sz="2700" dirty="0">
              <a:solidFill>
                <a:srgbClr val="36A86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6" name="사각형: 둥근 모서리 3">
            <a:extLst>
              <a:ext uri="{FF2B5EF4-FFF2-40B4-BE49-F238E27FC236}">
                <a16:creationId xmlns:a16="http://schemas.microsoft.com/office/drawing/2014/main" id="{573C4F1F-DE48-F3D9-D703-2BDCF6DE62A4}"/>
              </a:ext>
            </a:extLst>
          </p:cNvPr>
          <p:cNvSpPr/>
          <p:nvPr userDrawn="1"/>
        </p:nvSpPr>
        <p:spPr>
          <a:xfrm>
            <a:off x="323372" y="961935"/>
            <a:ext cx="9258778" cy="460524"/>
          </a:xfrm>
          <a:prstGeom prst="roundRect">
            <a:avLst>
              <a:gd name="adj" fmla="val 532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192A9789-7DD9-AD6E-6FCD-3FE6B7095308}"/>
              </a:ext>
            </a:extLst>
          </p:cNvPr>
          <p:cNvGrpSpPr/>
          <p:nvPr userDrawn="1"/>
        </p:nvGrpSpPr>
        <p:grpSpPr>
          <a:xfrm>
            <a:off x="488504" y="1045008"/>
            <a:ext cx="263424" cy="289249"/>
            <a:chOff x="7302045" y="2974665"/>
            <a:chExt cx="320750" cy="327629"/>
          </a:xfrm>
        </p:grpSpPr>
        <p:grpSp>
          <p:nvGrpSpPr>
            <p:cNvPr id="78" name="그래픽 2">
              <a:extLst>
                <a:ext uri="{FF2B5EF4-FFF2-40B4-BE49-F238E27FC236}">
                  <a16:creationId xmlns:a16="http://schemas.microsoft.com/office/drawing/2014/main" id="{7C0571AC-B0A6-2D30-B456-86B77067383D}"/>
                </a:ext>
              </a:extLst>
            </p:cNvPr>
            <p:cNvGrpSpPr/>
            <p:nvPr/>
          </p:nvGrpSpPr>
          <p:grpSpPr>
            <a:xfrm>
              <a:off x="7302045" y="2974665"/>
              <a:ext cx="320750" cy="327629"/>
              <a:chOff x="8013743" y="4558933"/>
              <a:chExt cx="320750" cy="327629"/>
            </a:xfrm>
            <a:solidFill>
              <a:srgbClr val="4D4E50"/>
            </a:solidFill>
          </p:grpSpPr>
          <p:sp>
            <p:nvSpPr>
              <p:cNvPr id="114" name="자유형: 도형 1385">
                <a:extLst>
                  <a:ext uri="{FF2B5EF4-FFF2-40B4-BE49-F238E27FC236}">
                    <a16:creationId xmlns:a16="http://schemas.microsoft.com/office/drawing/2014/main" id="{D7D6F45B-4C99-BC76-43EC-E19F1AE71F87}"/>
                  </a:ext>
                </a:extLst>
              </p:cNvPr>
              <p:cNvSpPr/>
              <p:nvPr/>
            </p:nvSpPr>
            <p:spPr>
              <a:xfrm>
                <a:off x="8043872" y="4776023"/>
                <a:ext cx="72913" cy="68580"/>
              </a:xfrm>
              <a:custGeom>
                <a:avLst/>
                <a:gdLst>
                  <a:gd name="connsiteX0" fmla="*/ 0 w 72913"/>
                  <a:gd name="connsiteY0" fmla="*/ 0 h 68580"/>
                  <a:gd name="connsiteX1" fmla="*/ 72913 w 72913"/>
                  <a:gd name="connsiteY1" fmla="*/ 0 h 68580"/>
                  <a:gd name="connsiteX2" fmla="*/ 72913 w 72913"/>
                  <a:gd name="connsiteY2" fmla="*/ 68580 h 68580"/>
                  <a:gd name="connsiteX3" fmla="*/ 0 w 72913"/>
                  <a:gd name="connsiteY3" fmla="*/ 68580 h 68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913" h="68580">
                    <a:moveTo>
                      <a:pt x="0" y="0"/>
                    </a:moveTo>
                    <a:lnTo>
                      <a:pt x="72913" y="0"/>
                    </a:lnTo>
                    <a:lnTo>
                      <a:pt x="72913" y="68580"/>
                    </a:lnTo>
                    <a:lnTo>
                      <a:pt x="0" y="68580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5" name="자유형: 도형 1386">
                <a:extLst>
                  <a:ext uri="{FF2B5EF4-FFF2-40B4-BE49-F238E27FC236}">
                    <a16:creationId xmlns:a16="http://schemas.microsoft.com/office/drawing/2014/main" id="{623EB2C7-CBAC-CAF2-382C-05B79129687D}"/>
                  </a:ext>
                </a:extLst>
              </p:cNvPr>
              <p:cNvSpPr/>
              <p:nvPr/>
            </p:nvSpPr>
            <p:spPr>
              <a:xfrm>
                <a:off x="8142099" y="4713289"/>
                <a:ext cx="72913" cy="131381"/>
              </a:xfrm>
              <a:custGeom>
                <a:avLst/>
                <a:gdLst>
                  <a:gd name="connsiteX0" fmla="*/ 0 w 72913"/>
                  <a:gd name="connsiteY0" fmla="*/ 0 h 131381"/>
                  <a:gd name="connsiteX1" fmla="*/ 72914 w 72913"/>
                  <a:gd name="connsiteY1" fmla="*/ 0 h 131381"/>
                  <a:gd name="connsiteX2" fmla="*/ 72914 w 72913"/>
                  <a:gd name="connsiteY2" fmla="*/ 131382 h 131381"/>
                  <a:gd name="connsiteX3" fmla="*/ 0 w 72913"/>
                  <a:gd name="connsiteY3" fmla="*/ 131382 h 131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913" h="131381">
                    <a:moveTo>
                      <a:pt x="0" y="0"/>
                    </a:moveTo>
                    <a:lnTo>
                      <a:pt x="72914" y="0"/>
                    </a:lnTo>
                    <a:lnTo>
                      <a:pt x="72914" y="131382"/>
                    </a:lnTo>
                    <a:lnTo>
                      <a:pt x="0" y="131382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6" name="자유형: 도형 1387">
                <a:extLst>
                  <a:ext uri="{FF2B5EF4-FFF2-40B4-BE49-F238E27FC236}">
                    <a16:creationId xmlns:a16="http://schemas.microsoft.com/office/drawing/2014/main" id="{6EE5664A-FB3C-346F-4C6A-B168ED7869CD}"/>
                  </a:ext>
                </a:extLst>
              </p:cNvPr>
              <p:cNvSpPr/>
              <p:nvPr/>
            </p:nvSpPr>
            <p:spPr>
              <a:xfrm>
                <a:off x="8013743" y="4558933"/>
                <a:ext cx="320750" cy="327629"/>
              </a:xfrm>
              <a:custGeom>
                <a:avLst/>
                <a:gdLst>
                  <a:gd name="connsiteX0" fmla="*/ 17815 w 320750"/>
                  <a:gd name="connsiteY0" fmla="*/ 0 h 327629"/>
                  <a:gd name="connsiteX1" fmla="*/ 0 w 320750"/>
                  <a:gd name="connsiteY1" fmla="*/ 0 h 327629"/>
                  <a:gd name="connsiteX2" fmla="*/ 0 w 320750"/>
                  <a:gd name="connsiteY2" fmla="*/ 318687 h 327629"/>
                  <a:gd name="connsiteX3" fmla="*/ 2614 w 320750"/>
                  <a:gd name="connsiteY3" fmla="*/ 325016 h 327629"/>
                  <a:gd name="connsiteX4" fmla="*/ 8943 w 320750"/>
                  <a:gd name="connsiteY4" fmla="*/ 327629 h 327629"/>
                  <a:gd name="connsiteX5" fmla="*/ 320751 w 320750"/>
                  <a:gd name="connsiteY5" fmla="*/ 327629 h 327629"/>
                  <a:gd name="connsiteX6" fmla="*/ 320751 w 320750"/>
                  <a:gd name="connsiteY6" fmla="*/ 309814 h 327629"/>
                  <a:gd name="connsiteX7" fmla="*/ 17815 w 320750"/>
                  <a:gd name="connsiteY7" fmla="*/ 309814 h 327629"/>
                  <a:gd name="connsiteX8" fmla="*/ 17815 w 320750"/>
                  <a:gd name="connsiteY8" fmla="*/ 0 h 32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0750" h="327629">
                    <a:moveTo>
                      <a:pt x="17815" y="0"/>
                    </a:moveTo>
                    <a:lnTo>
                      <a:pt x="0" y="0"/>
                    </a:lnTo>
                    <a:lnTo>
                      <a:pt x="0" y="318687"/>
                    </a:lnTo>
                    <a:cubicBezTo>
                      <a:pt x="0" y="321026"/>
                      <a:pt x="963" y="323365"/>
                      <a:pt x="2614" y="325016"/>
                    </a:cubicBezTo>
                    <a:cubicBezTo>
                      <a:pt x="4265" y="326667"/>
                      <a:pt x="6603" y="327629"/>
                      <a:pt x="8943" y="327629"/>
                    </a:cubicBezTo>
                    <a:lnTo>
                      <a:pt x="320751" y="327629"/>
                    </a:lnTo>
                    <a:lnTo>
                      <a:pt x="320751" y="309814"/>
                    </a:lnTo>
                    <a:lnTo>
                      <a:pt x="17815" y="309814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79" name="그래픽 2">
              <a:extLst>
                <a:ext uri="{FF2B5EF4-FFF2-40B4-BE49-F238E27FC236}">
                  <a16:creationId xmlns:a16="http://schemas.microsoft.com/office/drawing/2014/main" id="{B4E54E5C-747A-57D7-0A6D-407B6CD70407}"/>
                </a:ext>
              </a:extLst>
            </p:cNvPr>
            <p:cNvGrpSpPr/>
            <p:nvPr/>
          </p:nvGrpSpPr>
          <p:grpSpPr>
            <a:xfrm>
              <a:off x="7530622" y="3057346"/>
              <a:ext cx="72638" cy="199893"/>
              <a:chOff x="8242320" y="4641614"/>
              <a:chExt cx="72638" cy="199893"/>
            </a:xfrm>
            <a:solidFill>
              <a:srgbClr val="97A6D5"/>
            </a:solidFill>
          </p:grpSpPr>
          <p:sp>
            <p:nvSpPr>
              <p:cNvPr id="97" name="자유형: 도형 1389">
                <a:extLst>
                  <a:ext uri="{FF2B5EF4-FFF2-40B4-BE49-F238E27FC236}">
                    <a16:creationId xmlns:a16="http://schemas.microsoft.com/office/drawing/2014/main" id="{EE0793DB-6120-1E92-4B49-CD9E0FD1F65D}"/>
                  </a:ext>
                </a:extLst>
              </p:cNvPr>
              <p:cNvSpPr/>
              <p:nvPr/>
            </p:nvSpPr>
            <p:spPr>
              <a:xfrm>
                <a:off x="8262406" y="4775129"/>
                <a:ext cx="52552" cy="66378"/>
              </a:xfrm>
              <a:custGeom>
                <a:avLst/>
                <a:gdLst>
                  <a:gd name="connsiteX0" fmla="*/ 10937 w 52552"/>
                  <a:gd name="connsiteY0" fmla="*/ 66379 h 66378"/>
                  <a:gd name="connsiteX1" fmla="*/ 52553 w 52552"/>
                  <a:gd name="connsiteY1" fmla="*/ 13757 h 66378"/>
                  <a:gd name="connsiteX2" fmla="*/ 52553 w 52552"/>
                  <a:gd name="connsiteY2" fmla="*/ 0 h 66378"/>
                  <a:gd name="connsiteX3" fmla="*/ 0 w 52552"/>
                  <a:gd name="connsiteY3" fmla="*/ 66379 h 66378"/>
                  <a:gd name="connsiteX4" fmla="*/ 10937 w 52552"/>
                  <a:gd name="connsiteY4" fmla="*/ 66379 h 66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52" h="66378">
                    <a:moveTo>
                      <a:pt x="10937" y="66379"/>
                    </a:moveTo>
                    <a:lnTo>
                      <a:pt x="52553" y="13757"/>
                    </a:lnTo>
                    <a:lnTo>
                      <a:pt x="52553" y="0"/>
                    </a:lnTo>
                    <a:lnTo>
                      <a:pt x="0" y="66379"/>
                    </a:lnTo>
                    <a:lnTo>
                      <a:pt x="10937" y="6637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8" name="자유형: 도형 1390">
                <a:extLst>
                  <a:ext uri="{FF2B5EF4-FFF2-40B4-BE49-F238E27FC236}">
                    <a16:creationId xmlns:a16="http://schemas.microsoft.com/office/drawing/2014/main" id="{7DADE468-436E-F8C7-C665-FFA5FEB2B61A}"/>
                  </a:ext>
                </a:extLst>
              </p:cNvPr>
              <p:cNvSpPr/>
              <p:nvPr/>
            </p:nvSpPr>
            <p:spPr>
              <a:xfrm>
                <a:off x="8248718" y="4757794"/>
                <a:ext cx="66241" cy="83712"/>
              </a:xfrm>
              <a:custGeom>
                <a:avLst/>
                <a:gdLst>
                  <a:gd name="connsiteX0" fmla="*/ 10868 w 66241"/>
                  <a:gd name="connsiteY0" fmla="*/ 83713 h 83712"/>
                  <a:gd name="connsiteX1" fmla="*/ 66241 w 66241"/>
                  <a:gd name="connsiteY1" fmla="*/ 13757 h 83712"/>
                  <a:gd name="connsiteX2" fmla="*/ 66241 w 66241"/>
                  <a:gd name="connsiteY2" fmla="*/ 0 h 83712"/>
                  <a:gd name="connsiteX3" fmla="*/ 0 w 66241"/>
                  <a:gd name="connsiteY3" fmla="*/ 83713 h 83712"/>
                  <a:gd name="connsiteX4" fmla="*/ 10868 w 66241"/>
                  <a:gd name="connsiteY4" fmla="*/ 83713 h 83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241" h="83712">
                    <a:moveTo>
                      <a:pt x="10868" y="83713"/>
                    </a:moveTo>
                    <a:lnTo>
                      <a:pt x="66241" y="13757"/>
                    </a:lnTo>
                    <a:lnTo>
                      <a:pt x="66241" y="0"/>
                    </a:lnTo>
                    <a:lnTo>
                      <a:pt x="0" y="83713"/>
                    </a:lnTo>
                    <a:lnTo>
                      <a:pt x="10868" y="83713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9" name="자유형: 도형 1391">
                <a:extLst>
                  <a:ext uri="{FF2B5EF4-FFF2-40B4-BE49-F238E27FC236}">
                    <a16:creationId xmlns:a16="http://schemas.microsoft.com/office/drawing/2014/main" id="{66D7C372-0FF9-0E82-E39D-C3EF5FEB9919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10799" cy="13619"/>
              </a:xfrm>
              <a:custGeom>
                <a:avLst/>
                <a:gdLst>
                  <a:gd name="connsiteX0" fmla="*/ 0 w 10799"/>
                  <a:gd name="connsiteY0" fmla="*/ 0 h 13619"/>
                  <a:gd name="connsiteX1" fmla="*/ 0 w 10799"/>
                  <a:gd name="connsiteY1" fmla="*/ 13620 h 13619"/>
                  <a:gd name="connsiteX2" fmla="*/ 10800 w 10799"/>
                  <a:gd name="connsiteY2" fmla="*/ 0 h 13619"/>
                  <a:gd name="connsiteX3" fmla="*/ 0 w 10799"/>
                  <a:gd name="connsiteY3" fmla="*/ 0 h 13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99" h="13619">
                    <a:moveTo>
                      <a:pt x="0" y="0"/>
                    </a:moveTo>
                    <a:lnTo>
                      <a:pt x="0" y="13620"/>
                    </a:lnTo>
                    <a:lnTo>
                      <a:pt x="108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0" name="자유형: 도형 1392">
                <a:extLst>
                  <a:ext uri="{FF2B5EF4-FFF2-40B4-BE49-F238E27FC236}">
                    <a16:creationId xmlns:a16="http://schemas.microsoft.com/office/drawing/2014/main" id="{F1E1B843-9F34-5AEB-ACCE-3E69A3F6BE57}"/>
                  </a:ext>
                </a:extLst>
              </p:cNvPr>
              <p:cNvSpPr/>
              <p:nvPr/>
            </p:nvSpPr>
            <p:spPr>
              <a:xfrm>
                <a:off x="8242320" y="4671055"/>
                <a:ext cx="72638" cy="105586"/>
              </a:xfrm>
              <a:custGeom>
                <a:avLst/>
                <a:gdLst>
                  <a:gd name="connsiteX0" fmla="*/ 72639 w 72638"/>
                  <a:gd name="connsiteY0" fmla="*/ 0 h 105586"/>
                  <a:gd name="connsiteX1" fmla="*/ 0 w 72638"/>
                  <a:gd name="connsiteY1" fmla="*/ 91830 h 105586"/>
                  <a:gd name="connsiteX2" fmla="*/ 0 w 72638"/>
                  <a:gd name="connsiteY2" fmla="*/ 105587 h 105586"/>
                  <a:gd name="connsiteX3" fmla="*/ 72639 w 72638"/>
                  <a:gd name="connsiteY3" fmla="*/ 13757 h 105586"/>
                  <a:gd name="connsiteX4" fmla="*/ 72639 w 72638"/>
                  <a:gd name="connsiteY4" fmla="*/ 0 h 10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1" name="자유형: 도형 1393">
                <a:extLst>
                  <a:ext uri="{FF2B5EF4-FFF2-40B4-BE49-F238E27FC236}">
                    <a16:creationId xmlns:a16="http://schemas.microsoft.com/office/drawing/2014/main" id="{C60EBB8E-3207-4141-AB2A-771266A8EF41}"/>
                  </a:ext>
                </a:extLst>
              </p:cNvPr>
              <p:cNvSpPr/>
              <p:nvPr/>
            </p:nvSpPr>
            <p:spPr>
              <a:xfrm>
                <a:off x="8242320" y="4688389"/>
                <a:ext cx="72638" cy="105587"/>
              </a:xfrm>
              <a:custGeom>
                <a:avLst/>
                <a:gdLst>
                  <a:gd name="connsiteX0" fmla="*/ 72639 w 72638"/>
                  <a:gd name="connsiteY0" fmla="*/ 0 h 105587"/>
                  <a:gd name="connsiteX1" fmla="*/ 0 w 72638"/>
                  <a:gd name="connsiteY1" fmla="*/ 91830 h 105587"/>
                  <a:gd name="connsiteX2" fmla="*/ 0 w 72638"/>
                  <a:gd name="connsiteY2" fmla="*/ 105587 h 105587"/>
                  <a:gd name="connsiteX3" fmla="*/ 72639 w 72638"/>
                  <a:gd name="connsiteY3" fmla="*/ 13757 h 105587"/>
                  <a:gd name="connsiteX4" fmla="*/ 72639 w 72638"/>
                  <a:gd name="connsiteY4" fmla="*/ 0 h 105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7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2" name="자유형: 도형 1394">
                <a:extLst>
                  <a:ext uri="{FF2B5EF4-FFF2-40B4-BE49-F238E27FC236}">
                    <a16:creationId xmlns:a16="http://schemas.microsoft.com/office/drawing/2014/main" id="{040F04CC-DCB3-8B4D-130F-4432C31CFBFE}"/>
                  </a:ext>
                </a:extLst>
              </p:cNvPr>
              <p:cNvSpPr/>
              <p:nvPr/>
            </p:nvSpPr>
            <p:spPr>
              <a:xfrm>
                <a:off x="8242320" y="4740460"/>
                <a:ext cx="72638" cy="101047"/>
              </a:xfrm>
              <a:custGeom>
                <a:avLst/>
                <a:gdLst>
                  <a:gd name="connsiteX0" fmla="*/ 72639 w 72638"/>
                  <a:gd name="connsiteY0" fmla="*/ 13757 h 101047"/>
                  <a:gd name="connsiteX1" fmla="*/ 72639 w 72638"/>
                  <a:gd name="connsiteY1" fmla="*/ 0 h 101047"/>
                  <a:gd name="connsiteX2" fmla="*/ 0 w 72638"/>
                  <a:gd name="connsiteY2" fmla="*/ 91830 h 101047"/>
                  <a:gd name="connsiteX3" fmla="*/ 0 w 72638"/>
                  <a:gd name="connsiteY3" fmla="*/ 101047 h 101047"/>
                  <a:gd name="connsiteX4" fmla="*/ 3577 w 72638"/>
                  <a:gd name="connsiteY4" fmla="*/ 101047 h 101047"/>
                  <a:gd name="connsiteX5" fmla="*/ 72639 w 72638"/>
                  <a:gd name="connsiteY5" fmla="*/ 13757 h 101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638" h="101047">
                    <a:moveTo>
                      <a:pt x="72639" y="13757"/>
                    </a:moveTo>
                    <a:lnTo>
                      <a:pt x="72639" y="0"/>
                    </a:lnTo>
                    <a:lnTo>
                      <a:pt x="0" y="91830"/>
                    </a:lnTo>
                    <a:lnTo>
                      <a:pt x="0" y="101047"/>
                    </a:lnTo>
                    <a:lnTo>
                      <a:pt x="3577" y="101047"/>
                    </a:lnTo>
                    <a:lnTo>
                      <a:pt x="72639" y="137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3" name="자유형: 도형 1395">
                <a:extLst>
                  <a:ext uri="{FF2B5EF4-FFF2-40B4-BE49-F238E27FC236}">
                    <a16:creationId xmlns:a16="http://schemas.microsoft.com/office/drawing/2014/main" id="{37B126CF-7AE8-E823-ABCF-633A5D4AD5FC}"/>
                  </a:ext>
                </a:extLst>
              </p:cNvPr>
              <p:cNvSpPr/>
              <p:nvPr/>
            </p:nvSpPr>
            <p:spPr>
              <a:xfrm>
                <a:off x="8242320" y="4653720"/>
                <a:ext cx="72638" cy="105586"/>
              </a:xfrm>
              <a:custGeom>
                <a:avLst/>
                <a:gdLst>
                  <a:gd name="connsiteX0" fmla="*/ 72639 w 72638"/>
                  <a:gd name="connsiteY0" fmla="*/ 0 h 105586"/>
                  <a:gd name="connsiteX1" fmla="*/ 0 w 72638"/>
                  <a:gd name="connsiteY1" fmla="*/ 91830 h 105586"/>
                  <a:gd name="connsiteX2" fmla="*/ 0 w 72638"/>
                  <a:gd name="connsiteY2" fmla="*/ 105587 h 105586"/>
                  <a:gd name="connsiteX3" fmla="*/ 72639 w 72638"/>
                  <a:gd name="connsiteY3" fmla="*/ 13757 h 105586"/>
                  <a:gd name="connsiteX4" fmla="*/ 72639 w 72638"/>
                  <a:gd name="connsiteY4" fmla="*/ 0 h 10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4" name="자유형: 도형 1396">
                <a:extLst>
                  <a:ext uri="{FF2B5EF4-FFF2-40B4-BE49-F238E27FC236}">
                    <a16:creationId xmlns:a16="http://schemas.microsoft.com/office/drawing/2014/main" id="{61FB565A-027D-698C-0D9A-907AC5C85E49}"/>
                  </a:ext>
                </a:extLst>
              </p:cNvPr>
              <p:cNvSpPr/>
              <p:nvPr/>
            </p:nvSpPr>
            <p:spPr>
              <a:xfrm>
                <a:off x="8242320" y="4723057"/>
                <a:ext cx="72638" cy="105655"/>
              </a:xfrm>
              <a:custGeom>
                <a:avLst/>
                <a:gdLst>
                  <a:gd name="connsiteX0" fmla="*/ 72639 w 72638"/>
                  <a:gd name="connsiteY0" fmla="*/ 0 h 105655"/>
                  <a:gd name="connsiteX1" fmla="*/ 0 w 72638"/>
                  <a:gd name="connsiteY1" fmla="*/ 91830 h 105655"/>
                  <a:gd name="connsiteX2" fmla="*/ 0 w 72638"/>
                  <a:gd name="connsiteY2" fmla="*/ 105656 h 105655"/>
                  <a:gd name="connsiteX3" fmla="*/ 72639 w 72638"/>
                  <a:gd name="connsiteY3" fmla="*/ 13826 h 105655"/>
                  <a:gd name="connsiteX4" fmla="*/ 72639 w 72638"/>
                  <a:gd name="connsiteY4" fmla="*/ 0 h 105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655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656"/>
                    </a:lnTo>
                    <a:lnTo>
                      <a:pt x="72639" y="13826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5" name="자유형: 도형 1397">
                <a:extLst>
                  <a:ext uri="{FF2B5EF4-FFF2-40B4-BE49-F238E27FC236}">
                    <a16:creationId xmlns:a16="http://schemas.microsoft.com/office/drawing/2014/main" id="{523FAE5B-CC14-A115-E1C6-33A6179FAD6B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24488" cy="30953"/>
              </a:xfrm>
              <a:custGeom>
                <a:avLst/>
                <a:gdLst>
                  <a:gd name="connsiteX0" fmla="*/ 13620 w 24488"/>
                  <a:gd name="connsiteY0" fmla="*/ 0 h 30953"/>
                  <a:gd name="connsiteX1" fmla="*/ 0 w 24488"/>
                  <a:gd name="connsiteY1" fmla="*/ 17197 h 30953"/>
                  <a:gd name="connsiteX2" fmla="*/ 0 w 24488"/>
                  <a:gd name="connsiteY2" fmla="*/ 30954 h 30953"/>
                  <a:gd name="connsiteX3" fmla="*/ 24488 w 24488"/>
                  <a:gd name="connsiteY3" fmla="*/ 0 h 30953"/>
                  <a:gd name="connsiteX4" fmla="*/ 13620 w 24488"/>
                  <a:gd name="connsiteY4" fmla="*/ 0 h 30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88" h="30953">
                    <a:moveTo>
                      <a:pt x="13620" y="0"/>
                    </a:moveTo>
                    <a:lnTo>
                      <a:pt x="0" y="17197"/>
                    </a:lnTo>
                    <a:lnTo>
                      <a:pt x="0" y="30954"/>
                    </a:lnTo>
                    <a:lnTo>
                      <a:pt x="24488" y="0"/>
                    </a:lnTo>
                    <a:lnTo>
                      <a:pt x="136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6" name="자유형: 도형 1398">
                <a:extLst>
                  <a:ext uri="{FF2B5EF4-FFF2-40B4-BE49-F238E27FC236}">
                    <a16:creationId xmlns:a16="http://schemas.microsoft.com/office/drawing/2014/main" id="{C904BF01-3663-F282-0432-B7A829ED66AF}"/>
                  </a:ext>
                </a:extLst>
              </p:cNvPr>
              <p:cNvSpPr/>
              <p:nvPr/>
            </p:nvSpPr>
            <p:spPr>
              <a:xfrm>
                <a:off x="8242320" y="4705723"/>
                <a:ext cx="72638" cy="105655"/>
              </a:xfrm>
              <a:custGeom>
                <a:avLst/>
                <a:gdLst>
                  <a:gd name="connsiteX0" fmla="*/ 72639 w 72638"/>
                  <a:gd name="connsiteY0" fmla="*/ 0 h 105655"/>
                  <a:gd name="connsiteX1" fmla="*/ 0 w 72638"/>
                  <a:gd name="connsiteY1" fmla="*/ 91830 h 105655"/>
                  <a:gd name="connsiteX2" fmla="*/ 0 w 72638"/>
                  <a:gd name="connsiteY2" fmla="*/ 105656 h 105655"/>
                  <a:gd name="connsiteX3" fmla="*/ 72639 w 72638"/>
                  <a:gd name="connsiteY3" fmla="*/ 13826 h 105655"/>
                  <a:gd name="connsiteX4" fmla="*/ 72639 w 72638"/>
                  <a:gd name="connsiteY4" fmla="*/ 0 h 105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655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656"/>
                    </a:lnTo>
                    <a:lnTo>
                      <a:pt x="72639" y="13826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7" name="자유형: 도형 1399">
                <a:extLst>
                  <a:ext uri="{FF2B5EF4-FFF2-40B4-BE49-F238E27FC236}">
                    <a16:creationId xmlns:a16="http://schemas.microsoft.com/office/drawing/2014/main" id="{4D147FE5-CAB7-10AE-3396-93FC50795416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51934" cy="65690"/>
              </a:xfrm>
              <a:custGeom>
                <a:avLst/>
                <a:gdLst>
                  <a:gd name="connsiteX0" fmla="*/ 40997 w 51934"/>
                  <a:gd name="connsiteY0" fmla="*/ 0 h 65690"/>
                  <a:gd name="connsiteX1" fmla="*/ 0 w 51934"/>
                  <a:gd name="connsiteY1" fmla="*/ 51865 h 65690"/>
                  <a:gd name="connsiteX2" fmla="*/ 0 w 51934"/>
                  <a:gd name="connsiteY2" fmla="*/ 65691 h 65690"/>
                  <a:gd name="connsiteX3" fmla="*/ 51934 w 51934"/>
                  <a:gd name="connsiteY3" fmla="*/ 0 h 65690"/>
                  <a:gd name="connsiteX4" fmla="*/ 40997 w 51934"/>
                  <a:gd name="connsiteY4" fmla="*/ 0 h 65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934" h="65690">
                    <a:moveTo>
                      <a:pt x="40997" y="0"/>
                    </a:moveTo>
                    <a:lnTo>
                      <a:pt x="0" y="51865"/>
                    </a:lnTo>
                    <a:lnTo>
                      <a:pt x="0" y="65691"/>
                    </a:lnTo>
                    <a:lnTo>
                      <a:pt x="51934" y="0"/>
                    </a:lnTo>
                    <a:lnTo>
                      <a:pt x="4099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8" name="자유형: 도형 1400">
                <a:extLst>
                  <a:ext uri="{FF2B5EF4-FFF2-40B4-BE49-F238E27FC236}">
                    <a16:creationId xmlns:a16="http://schemas.microsoft.com/office/drawing/2014/main" id="{EAB62776-C719-EEF7-B6C3-9640EC5D24B5}"/>
                  </a:ext>
                </a:extLst>
              </p:cNvPr>
              <p:cNvSpPr/>
              <p:nvPr/>
            </p:nvSpPr>
            <p:spPr>
              <a:xfrm>
                <a:off x="8289852" y="4809797"/>
                <a:ext cx="25107" cy="31710"/>
              </a:xfrm>
              <a:custGeom>
                <a:avLst/>
                <a:gdLst>
                  <a:gd name="connsiteX0" fmla="*/ 10937 w 25107"/>
                  <a:gd name="connsiteY0" fmla="*/ 31710 h 31710"/>
                  <a:gd name="connsiteX1" fmla="*/ 25107 w 25107"/>
                  <a:gd name="connsiteY1" fmla="*/ 13826 h 31710"/>
                  <a:gd name="connsiteX2" fmla="*/ 25107 w 25107"/>
                  <a:gd name="connsiteY2" fmla="*/ 0 h 31710"/>
                  <a:gd name="connsiteX3" fmla="*/ 0 w 25107"/>
                  <a:gd name="connsiteY3" fmla="*/ 31710 h 31710"/>
                  <a:gd name="connsiteX4" fmla="*/ 10937 w 25107"/>
                  <a:gd name="connsiteY4" fmla="*/ 31710 h 3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107" h="31710">
                    <a:moveTo>
                      <a:pt x="10937" y="31710"/>
                    </a:moveTo>
                    <a:lnTo>
                      <a:pt x="25107" y="13826"/>
                    </a:lnTo>
                    <a:lnTo>
                      <a:pt x="25107" y="0"/>
                    </a:lnTo>
                    <a:lnTo>
                      <a:pt x="0" y="31710"/>
                    </a:lnTo>
                    <a:lnTo>
                      <a:pt x="10937" y="3171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9" name="자유형: 도형 1401">
                <a:extLst>
                  <a:ext uri="{FF2B5EF4-FFF2-40B4-BE49-F238E27FC236}">
                    <a16:creationId xmlns:a16="http://schemas.microsoft.com/office/drawing/2014/main" id="{C4C2383B-7567-D772-8ED3-E6C239F909EC}"/>
                  </a:ext>
                </a:extLst>
              </p:cNvPr>
              <p:cNvSpPr/>
              <p:nvPr/>
            </p:nvSpPr>
            <p:spPr>
              <a:xfrm>
                <a:off x="8303609" y="4827199"/>
                <a:ext cx="11349" cy="14307"/>
              </a:xfrm>
              <a:custGeom>
                <a:avLst/>
                <a:gdLst>
                  <a:gd name="connsiteX0" fmla="*/ 10868 w 11349"/>
                  <a:gd name="connsiteY0" fmla="*/ 14308 h 14307"/>
                  <a:gd name="connsiteX1" fmla="*/ 11350 w 11349"/>
                  <a:gd name="connsiteY1" fmla="*/ 13757 h 14307"/>
                  <a:gd name="connsiteX2" fmla="*/ 11350 w 11349"/>
                  <a:gd name="connsiteY2" fmla="*/ 0 h 14307"/>
                  <a:gd name="connsiteX3" fmla="*/ 0 w 11349"/>
                  <a:gd name="connsiteY3" fmla="*/ 14308 h 14307"/>
                  <a:gd name="connsiteX4" fmla="*/ 10868 w 11349"/>
                  <a:gd name="connsiteY4" fmla="*/ 14308 h 14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49" h="14307">
                    <a:moveTo>
                      <a:pt x="10868" y="14308"/>
                    </a:moveTo>
                    <a:lnTo>
                      <a:pt x="11350" y="13757"/>
                    </a:lnTo>
                    <a:lnTo>
                      <a:pt x="11350" y="0"/>
                    </a:lnTo>
                    <a:lnTo>
                      <a:pt x="0" y="14308"/>
                    </a:lnTo>
                    <a:lnTo>
                      <a:pt x="10868" y="1430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0" name="자유형: 도형 1402">
                <a:extLst>
                  <a:ext uri="{FF2B5EF4-FFF2-40B4-BE49-F238E27FC236}">
                    <a16:creationId xmlns:a16="http://schemas.microsoft.com/office/drawing/2014/main" id="{F4A8D087-BE8D-0BEB-0499-5BC2271986E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65622" cy="83025"/>
              </a:xfrm>
              <a:custGeom>
                <a:avLst/>
                <a:gdLst>
                  <a:gd name="connsiteX0" fmla="*/ 54755 w 65622"/>
                  <a:gd name="connsiteY0" fmla="*/ 0 h 83025"/>
                  <a:gd name="connsiteX1" fmla="*/ 0 w 65622"/>
                  <a:gd name="connsiteY1" fmla="*/ 69199 h 83025"/>
                  <a:gd name="connsiteX2" fmla="*/ 0 w 65622"/>
                  <a:gd name="connsiteY2" fmla="*/ 83025 h 83025"/>
                  <a:gd name="connsiteX3" fmla="*/ 65622 w 65622"/>
                  <a:gd name="connsiteY3" fmla="*/ 0 h 83025"/>
                  <a:gd name="connsiteX4" fmla="*/ 54755 w 65622"/>
                  <a:gd name="connsiteY4" fmla="*/ 0 h 8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2" h="83025">
                    <a:moveTo>
                      <a:pt x="54755" y="0"/>
                    </a:moveTo>
                    <a:lnTo>
                      <a:pt x="0" y="69199"/>
                    </a:lnTo>
                    <a:lnTo>
                      <a:pt x="0" y="83025"/>
                    </a:lnTo>
                    <a:lnTo>
                      <a:pt x="65622" y="0"/>
                    </a:lnTo>
                    <a:lnTo>
                      <a:pt x="5475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1" name="자유형: 도형 1403">
                <a:extLst>
                  <a:ext uri="{FF2B5EF4-FFF2-40B4-BE49-F238E27FC236}">
                    <a16:creationId xmlns:a16="http://schemas.microsoft.com/office/drawing/2014/main" id="{B5209C03-B3E3-8777-EA40-3BDC445B0F63}"/>
                  </a:ext>
                </a:extLst>
              </p:cNvPr>
              <p:cNvSpPr/>
              <p:nvPr/>
            </p:nvSpPr>
            <p:spPr>
              <a:xfrm>
                <a:off x="8276163" y="4792462"/>
                <a:ext cx="38795" cy="49044"/>
              </a:xfrm>
              <a:custGeom>
                <a:avLst/>
                <a:gdLst>
                  <a:gd name="connsiteX0" fmla="*/ 10868 w 38795"/>
                  <a:gd name="connsiteY0" fmla="*/ 49045 h 49044"/>
                  <a:gd name="connsiteX1" fmla="*/ 38796 w 38795"/>
                  <a:gd name="connsiteY1" fmla="*/ 13757 h 49044"/>
                  <a:gd name="connsiteX2" fmla="*/ 38796 w 38795"/>
                  <a:gd name="connsiteY2" fmla="*/ 0 h 49044"/>
                  <a:gd name="connsiteX3" fmla="*/ 0 w 38795"/>
                  <a:gd name="connsiteY3" fmla="*/ 49045 h 49044"/>
                  <a:gd name="connsiteX4" fmla="*/ 10868 w 38795"/>
                  <a:gd name="connsiteY4" fmla="*/ 49045 h 49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795" h="49044">
                    <a:moveTo>
                      <a:pt x="10868" y="49045"/>
                    </a:moveTo>
                    <a:lnTo>
                      <a:pt x="38796" y="13757"/>
                    </a:lnTo>
                    <a:lnTo>
                      <a:pt x="38796" y="0"/>
                    </a:lnTo>
                    <a:lnTo>
                      <a:pt x="0" y="49045"/>
                    </a:lnTo>
                    <a:lnTo>
                      <a:pt x="10868" y="4904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2" name="자유형: 도형 1404">
                <a:extLst>
                  <a:ext uri="{FF2B5EF4-FFF2-40B4-BE49-F238E27FC236}">
                    <a16:creationId xmlns:a16="http://schemas.microsoft.com/office/drawing/2014/main" id="{1FDD92D5-2CFB-8712-434A-73868EA56036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38245" cy="48288"/>
              </a:xfrm>
              <a:custGeom>
                <a:avLst/>
                <a:gdLst>
                  <a:gd name="connsiteX0" fmla="*/ 27308 w 38245"/>
                  <a:gd name="connsiteY0" fmla="*/ 0 h 48288"/>
                  <a:gd name="connsiteX1" fmla="*/ 0 w 38245"/>
                  <a:gd name="connsiteY1" fmla="*/ 34531 h 48288"/>
                  <a:gd name="connsiteX2" fmla="*/ 0 w 38245"/>
                  <a:gd name="connsiteY2" fmla="*/ 48288 h 48288"/>
                  <a:gd name="connsiteX3" fmla="*/ 38246 w 38245"/>
                  <a:gd name="connsiteY3" fmla="*/ 0 h 48288"/>
                  <a:gd name="connsiteX4" fmla="*/ 27308 w 38245"/>
                  <a:gd name="connsiteY4" fmla="*/ 0 h 4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45" h="48288">
                    <a:moveTo>
                      <a:pt x="27308" y="0"/>
                    </a:moveTo>
                    <a:lnTo>
                      <a:pt x="0" y="34531"/>
                    </a:lnTo>
                    <a:lnTo>
                      <a:pt x="0" y="48288"/>
                    </a:lnTo>
                    <a:lnTo>
                      <a:pt x="38246" y="0"/>
                    </a:lnTo>
                    <a:lnTo>
                      <a:pt x="27308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3" name="자유형: 도형 1405">
                <a:extLst>
                  <a:ext uri="{FF2B5EF4-FFF2-40B4-BE49-F238E27FC236}">
                    <a16:creationId xmlns:a16="http://schemas.microsoft.com/office/drawing/2014/main" id="{1F9EB2B5-B101-E0B7-B164-9B0DC2BF2CD3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72638" cy="100359"/>
              </a:xfrm>
              <a:custGeom>
                <a:avLst/>
                <a:gdLst>
                  <a:gd name="connsiteX0" fmla="*/ 72639 w 72638"/>
                  <a:gd name="connsiteY0" fmla="*/ 0 h 100359"/>
                  <a:gd name="connsiteX1" fmla="*/ 68443 w 72638"/>
                  <a:gd name="connsiteY1" fmla="*/ 0 h 100359"/>
                  <a:gd name="connsiteX2" fmla="*/ 0 w 72638"/>
                  <a:gd name="connsiteY2" fmla="*/ 86533 h 100359"/>
                  <a:gd name="connsiteX3" fmla="*/ 0 w 72638"/>
                  <a:gd name="connsiteY3" fmla="*/ 100359 h 100359"/>
                  <a:gd name="connsiteX4" fmla="*/ 72639 w 72638"/>
                  <a:gd name="connsiteY4" fmla="*/ 8529 h 100359"/>
                  <a:gd name="connsiteX5" fmla="*/ 72639 w 72638"/>
                  <a:gd name="connsiteY5" fmla="*/ 0 h 100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638" h="100359">
                    <a:moveTo>
                      <a:pt x="72639" y="0"/>
                    </a:moveTo>
                    <a:lnTo>
                      <a:pt x="68443" y="0"/>
                    </a:lnTo>
                    <a:lnTo>
                      <a:pt x="0" y="86533"/>
                    </a:lnTo>
                    <a:lnTo>
                      <a:pt x="0" y="100359"/>
                    </a:lnTo>
                    <a:lnTo>
                      <a:pt x="72639" y="8529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80" name="그래픽 2">
              <a:extLst>
                <a:ext uri="{FF2B5EF4-FFF2-40B4-BE49-F238E27FC236}">
                  <a16:creationId xmlns:a16="http://schemas.microsoft.com/office/drawing/2014/main" id="{CFBB6E23-1BEA-36F7-1396-0129660F8D08}"/>
                </a:ext>
              </a:extLst>
            </p:cNvPr>
            <p:cNvGrpSpPr/>
            <p:nvPr/>
          </p:nvGrpSpPr>
          <p:grpSpPr>
            <a:xfrm>
              <a:off x="7530622" y="3057346"/>
              <a:ext cx="72638" cy="199893"/>
              <a:chOff x="8242320" y="4641614"/>
              <a:chExt cx="72638" cy="199893"/>
            </a:xfrm>
            <a:solidFill>
              <a:srgbClr val="97A6D5"/>
            </a:solidFill>
          </p:grpSpPr>
          <p:sp>
            <p:nvSpPr>
              <p:cNvPr id="81" name="자유형: 도형 1407">
                <a:extLst>
                  <a:ext uri="{FF2B5EF4-FFF2-40B4-BE49-F238E27FC236}">
                    <a16:creationId xmlns:a16="http://schemas.microsoft.com/office/drawing/2014/main" id="{7DCA2AF3-F07F-4316-E204-750A1FAF54A2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13619" cy="17196"/>
              </a:xfrm>
              <a:custGeom>
                <a:avLst/>
                <a:gdLst>
                  <a:gd name="connsiteX0" fmla="*/ 10800 w 13619"/>
                  <a:gd name="connsiteY0" fmla="*/ 0 h 17196"/>
                  <a:gd name="connsiteX1" fmla="*/ 0 w 13619"/>
                  <a:gd name="connsiteY1" fmla="*/ 13620 h 17196"/>
                  <a:gd name="connsiteX2" fmla="*/ 0 w 13619"/>
                  <a:gd name="connsiteY2" fmla="*/ 17197 h 17196"/>
                  <a:gd name="connsiteX3" fmla="*/ 13620 w 13619"/>
                  <a:gd name="connsiteY3" fmla="*/ 0 h 17196"/>
                  <a:gd name="connsiteX4" fmla="*/ 10800 w 13619"/>
                  <a:gd name="connsiteY4" fmla="*/ 0 h 17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19" h="17196">
                    <a:moveTo>
                      <a:pt x="10800" y="0"/>
                    </a:moveTo>
                    <a:lnTo>
                      <a:pt x="0" y="13620"/>
                    </a:lnTo>
                    <a:lnTo>
                      <a:pt x="0" y="17197"/>
                    </a:lnTo>
                    <a:lnTo>
                      <a:pt x="13620" y="0"/>
                    </a:lnTo>
                    <a:lnTo>
                      <a:pt x="1080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2" name="자유형: 도형 1408">
                <a:extLst>
                  <a:ext uri="{FF2B5EF4-FFF2-40B4-BE49-F238E27FC236}">
                    <a16:creationId xmlns:a16="http://schemas.microsoft.com/office/drawing/2014/main" id="{B3764862-FF9F-879E-D6D3-AFF4F2633A14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27307" cy="34530"/>
              </a:xfrm>
              <a:custGeom>
                <a:avLst/>
                <a:gdLst>
                  <a:gd name="connsiteX0" fmla="*/ 24488 w 27307"/>
                  <a:gd name="connsiteY0" fmla="*/ 0 h 34530"/>
                  <a:gd name="connsiteX1" fmla="*/ 0 w 27307"/>
                  <a:gd name="connsiteY1" fmla="*/ 30954 h 34530"/>
                  <a:gd name="connsiteX2" fmla="*/ 0 w 27307"/>
                  <a:gd name="connsiteY2" fmla="*/ 34531 h 34530"/>
                  <a:gd name="connsiteX3" fmla="*/ 27308 w 27307"/>
                  <a:gd name="connsiteY3" fmla="*/ 0 h 34530"/>
                  <a:gd name="connsiteX4" fmla="*/ 24488 w 27307"/>
                  <a:gd name="connsiteY4" fmla="*/ 0 h 34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307" h="34530">
                    <a:moveTo>
                      <a:pt x="24488" y="0"/>
                    </a:moveTo>
                    <a:lnTo>
                      <a:pt x="0" y="30954"/>
                    </a:lnTo>
                    <a:lnTo>
                      <a:pt x="0" y="34531"/>
                    </a:lnTo>
                    <a:lnTo>
                      <a:pt x="27308" y="0"/>
                    </a:lnTo>
                    <a:lnTo>
                      <a:pt x="24488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3" name="자유형: 도형 1409">
                <a:extLst>
                  <a:ext uri="{FF2B5EF4-FFF2-40B4-BE49-F238E27FC236}">
                    <a16:creationId xmlns:a16="http://schemas.microsoft.com/office/drawing/2014/main" id="{58557071-3B56-E380-F0A5-17E8E93C2135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40997" cy="51864"/>
              </a:xfrm>
              <a:custGeom>
                <a:avLst/>
                <a:gdLst>
                  <a:gd name="connsiteX0" fmla="*/ 38246 w 40997"/>
                  <a:gd name="connsiteY0" fmla="*/ 0 h 51864"/>
                  <a:gd name="connsiteX1" fmla="*/ 0 w 40997"/>
                  <a:gd name="connsiteY1" fmla="*/ 48288 h 51864"/>
                  <a:gd name="connsiteX2" fmla="*/ 0 w 40997"/>
                  <a:gd name="connsiteY2" fmla="*/ 51865 h 51864"/>
                  <a:gd name="connsiteX3" fmla="*/ 40997 w 40997"/>
                  <a:gd name="connsiteY3" fmla="*/ 0 h 51864"/>
                  <a:gd name="connsiteX4" fmla="*/ 38246 w 40997"/>
                  <a:gd name="connsiteY4" fmla="*/ 0 h 51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97" h="51864">
                    <a:moveTo>
                      <a:pt x="38246" y="0"/>
                    </a:moveTo>
                    <a:lnTo>
                      <a:pt x="0" y="48288"/>
                    </a:lnTo>
                    <a:lnTo>
                      <a:pt x="0" y="51865"/>
                    </a:lnTo>
                    <a:lnTo>
                      <a:pt x="40997" y="0"/>
                    </a:lnTo>
                    <a:lnTo>
                      <a:pt x="38246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4" name="자유형: 도형 1410">
                <a:extLst>
                  <a:ext uri="{FF2B5EF4-FFF2-40B4-BE49-F238E27FC236}">
                    <a16:creationId xmlns:a16="http://schemas.microsoft.com/office/drawing/2014/main" id="{7F971ED3-F3E1-3E9D-B81A-67D4651346F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54754" cy="69199"/>
              </a:xfrm>
              <a:custGeom>
                <a:avLst/>
                <a:gdLst>
                  <a:gd name="connsiteX0" fmla="*/ 51934 w 54754"/>
                  <a:gd name="connsiteY0" fmla="*/ 0 h 69199"/>
                  <a:gd name="connsiteX1" fmla="*/ 0 w 54754"/>
                  <a:gd name="connsiteY1" fmla="*/ 65691 h 69199"/>
                  <a:gd name="connsiteX2" fmla="*/ 0 w 54754"/>
                  <a:gd name="connsiteY2" fmla="*/ 69199 h 69199"/>
                  <a:gd name="connsiteX3" fmla="*/ 54755 w 54754"/>
                  <a:gd name="connsiteY3" fmla="*/ 0 h 69199"/>
                  <a:gd name="connsiteX4" fmla="*/ 51934 w 54754"/>
                  <a:gd name="connsiteY4" fmla="*/ 0 h 69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54" h="69199">
                    <a:moveTo>
                      <a:pt x="51934" y="0"/>
                    </a:moveTo>
                    <a:lnTo>
                      <a:pt x="0" y="65691"/>
                    </a:lnTo>
                    <a:lnTo>
                      <a:pt x="0" y="69199"/>
                    </a:lnTo>
                    <a:lnTo>
                      <a:pt x="54755" y="0"/>
                    </a:lnTo>
                    <a:lnTo>
                      <a:pt x="5193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5" name="자유형: 도형 1411">
                <a:extLst>
                  <a:ext uri="{FF2B5EF4-FFF2-40B4-BE49-F238E27FC236}">
                    <a16:creationId xmlns:a16="http://schemas.microsoft.com/office/drawing/2014/main" id="{0AB6855F-20E8-EE72-5D89-1217D72D25F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68442" cy="86533"/>
              </a:xfrm>
              <a:custGeom>
                <a:avLst/>
                <a:gdLst>
                  <a:gd name="connsiteX0" fmla="*/ 65622 w 68442"/>
                  <a:gd name="connsiteY0" fmla="*/ 0 h 86533"/>
                  <a:gd name="connsiteX1" fmla="*/ 0 w 68442"/>
                  <a:gd name="connsiteY1" fmla="*/ 83025 h 86533"/>
                  <a:gd name="connsiteX2" fmla="*/ 0 w 68442"/>
                  <a:gd name="connsiteY2" fmla="*/ 86533 h 86533"/>
                  <a:gd name="connsiteX3" fmla="*/ 68443 w 68442"/>
                  <a:gd name="connsiteY3" fmla="*/ 0 h 86533"/>
                  <a:gd name="connsiteX4" fmla="*/ 65622 w 68442"/>
                  <a:gd name="connsiteY4" fmla="*/ 0 h 86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42" h="86533">
                    <a:moveTo>
                      <a:pt x="65622" y="0"/>
                    </a:moveTo>
                    <a:lnTo>
                      <a:pt x="0" y="83025"/>
                    </a:lnTo>
                    <a:lnTo>
                      <a:pt x="0" y="86533"/>
                    </a:lnTo>
                    <a:lnTo>
                      <a:pt x="68443" y="0"/>
                    </a:lnTo>
                    <a:lnTo>
                      <a:pt x="65622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6" name="자유형: 도형 1412">
                <a:extLst>
                  <a:ext uri="{FF2B5EF4-FFF2-40B4-BE49-F238E27FC236}">
                    <a16:creationId xmlns:a16="http://schemas.microsoft.com/office/drawing/2014/main" id="{DF7A1F09-C11E-20F4-2705-A0527E03FB01}"/>
                  </a:ext>
                </a:extLst>
              </p:cNvPr>
              <p:cNvSpPr/>
              <p:nvPr/>
            </p:nvSpPr>
            <p:spPr>
              <a:xfrm>
                <a:off x="8242320" y="4650143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7" name="자유형: 도형 1413">
                <a:extLst>
                  <a:ext uri="{FF2B5EF4-FFF2-40B4-BE49-F238E27FC236}">
                    <a16:creationId xmlns:a16="http://schemas.microsoft.com/office/drawing/2014/main" id="{0A24AC81-D93B-D1ED-360E-1EE791C39ACB}"/>
                  </a:ext>
                </a:extLst>
              </p:cNvPr>
              <p:cNvSpPr/>
              <p:nvPr/>
            </p:nvSpPr>
            <p:spPr>
              <a:xfrm>
                <a:off x="8242320" y="4667478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8" name="자유형: 도형 1414">
                <a:extLst>
                  <a:ext uri="{FF2B5EF4-FFF2-40B4-BE49-F238E27FC236}">
                    <a16:creationId xmlns:a16="http://schemas.microsoft.com/office/drawing/2014/main" id="{B0255FA7-1A13-CAEE-969A-86E79CB0D2CE}"/>
                  </a:ext>
                </a:extLst>
              </p:cNvPr>
              <p:cNvSpPr/>
              <p:nvPr/>
            </p:nvSpPr>
            <p:spPr>
              <a:xfrm>
                <a:off x="8242320" y="4684812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9" name="자유형: 도형 1415">
                <a:extLst>
                  <a:ext uri="{FF2B5EF4-FFF2-40B4-BE49-F238E27FC236}">
                    <a16:creationId xmlns:a16="http://schemas.microsoft.com/office/drawing/2014/main" id="{CE9F8F20-8042-EBCC-CB1E-2B1EB1A7F6B1}"/>
                  </a:ext>
                </a:extLst>
              </p:cNvPr>
              <p:cNvSpPr/>
              <p:nvPr/>
            </p:nvSpPr>
            <p:spPr>
              <a:xfrm>
                <a:off x="8242320" y="4702146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0" name="자유형: 도형 1416">
                <a:extLst>
                  <a:ext uri="{FF2B5EF4-FFF2-40B4-BE49-F238E27FC236}">
                    <a16:creationId xmlns:a16="http://schemas.microsoft.com/office/drawing/2014/main" id="{7ACCD98B-2432-0DD7-E5B7-EC80E050ED8C}"/>
                  </a:ext>
                </a:extLst>
              </p:cNvPr>
              <p:cNvSpPr/>
              <p:nvPr/>
            </p:nvSpPr>
            <p:spPr>
              <a:xfrm>
                <a:off x="8242320" y="4719549"/>
                <a:ext cx="72638" cy="95337"/>
              </a:xfrm>
              <a:custGeom>
                <a:avLst/>
                <a:gdLst>
                  <a:gd name="connsiteX0" fmla="*/ 72639 w 72638"/>
                  <a:gd name="connsiteY0" fmla="*/ 0 h 95337"/>
                  <a:gd name="connsiteX1" fmla="*/ 0 w 72638"/>
                  <a:gd name="connsiteY1" fmla="*/ 91830 h 95337"/>
                  <a:gd name="connsiteX2" fmla="*/ 0 w 72638"/>
                  <a:gd name="connsiteY2" fmla="*/ 95338 h 95337"/>
                  <a:gd name="connsiteX3" fmla="*/ 72639 w 72638"/>
                  <a:gd name="connsiteY3" fmla="*/ 3508 h 95337"/>
                  <a:gd name="connsiteX4" fmla="*/ 72639 w 72638"/>
                  <a:gd name="connsiteY4" fmla="*/ 0 h 9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337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338"/>
                    </a:lnTo>
                    <a:lnTo>
                      <a:pt x="72639" y="3508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1" name="자유형: 도형 1417">
                <a:extLst>
                  <a:ext uri="{FF2B5EF4-FFF2-40B4-BE49-F238E27FC236}">
                    <a16:creationId xmlns:a16="http://schemas.microsoft.com/office/drawing/2014/main" id="{7F220C64-18B0-55D3-A0A9-5AA68FCD3D09}"/>
                  </a:ext>
                </a:extLst>
              </p:cNvPr>
              <p:cNvSpPr/>
              <p:nvPr/>
            </p:nvSpPr>
            <p:spPr>
              <a:xfrm>
                <a:off x="8242320" y="4736883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2" name="자유형: 도형 1418">
                <a:extLst>
                  <a:ext uri="{FF2B5EF4-FFF2-40B4-BE49-F238E27FC236}">
                    <a16:creationId xmlns:a16="http://schemas.microsoft.com/office/drawing/2014/main" id="{79B01721-E8E3-9335-7D40-9C1F3A41840B}"/>
                  </a:ext>
                </a:extLst>
              </p:cNvPr>
              <p:cNvSpPr/>
              <p:nvPr/>
            </p:nvSpPr>
            <p:spPr>
              <a:xfrm>
                <a:off x="8245897" y="4754217"/>
                <a:ext cx="69061" cy="87289"/>
              </a:xfrm>
              <a:custGeom>
                <a:avLst/>
                <a:gdLst>
                  <a:gd name="connsiteX0" fmla="*/ 2820 w 69061"/>
                  <a:gd name="connsiteY0" fmla="*/ 87290 h 87289"/>
                  <a:gd name="connsiteX1" fmla="*/ 69062 w 69061"/>
                  <a:gd name="connsiteY1" fmla="*/ 3577 h 87289"/>
                  <a:gd name="connsiteX2" fmla="*/ 69062 w 69061"/>
                  <a:gd name="connsiteY2" fmla="*/ 0 h 87289"/>
                  <a:gd name="connsiteX3" fmla="*/ 0 w 69061"/>
                  <a:gd name="connsiteY3" fmla="*/ 87290 h 87289"/>
                  <a:gd name="connsiteX4" fmla="*/ 2820 w 69061"/>
                  <a:gd name="connsiteY4" fmla="*/ 87290 h 87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061" h="87289">
                    <a:moveTo>
                      <a:pt x="2820" y="87290"/>
                    </a:moveTo>
                    <a:lnTo>
                      <a:pt x="69062" y="3577"/>
                    </a:lnTo>
                    <a:lnTo>
                      <a:pt x="69062" y="0"/>
                    </a:lnTo>
                    <a:lnTo>
                      <a:pt x="0" y="87290"/>
                    </a:lnTo>
                    <a:lnTo>
                      <a:pt x="2820" y="8729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3" name="자유형: 도형 1419">
                <a:extLst>
                  <a:ext uri="{FF2B5EF4-FFF2-40B4-BE49-F238E27FC236}">
                    <a16:creationId xmlns:a16="http://schemas.microsoft.com/office/drawing/2014/main" id="{62FD51FE-5476-892B-B66E-5350AFAFFCEB}"/>
                  </a:ext>
                </a:extLst>
              </p:cNvPr>
              <p:cNvSpPr/>
              <p:nvPr/>
            </p:nvSpPr>
            <p:spPr>
              <a:xfrm>
                <a:off x="8259585" y="4771552"/>
                <a:ext cx="55373" cy="69955"/>
              </a:xfrm>
              <a:custGeom>
                <a:avLst/>
                <a:gdLst>
                  <a:gd name="connsiteX0" fmla="*/ 2820 w 55373"/>
                  <a:gd name="connsiteY0" fmla="*/ 69956 h 69955"/>
                  <a:gd name="connsiteX1" fmla="*/ 55373 w 55373"/>
                  <a:gd name="connsiteY1" fmla="*/ 3577 h 69955"/>
                  <a:gd name="connsiteX2" fmla="*/ 55373 w 55373"/>
                  <a:gd name="connsiteY2" fmla="*/ 0 h 69955"/>
                  <a:gd name="connsiteX3" fmla="*/ 0 w 55373"/>
                  <a:gd name="connsiteY3" fmla="*/ 69956 h 69955"/>
                  <a:gd name="connsiteX4" fmla="*/ 2820 w 55373"/>
                  <a:gd name="connsiteY4" fmla="*/ 69956 h 6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373" h="69955">
                    <a:moveTo>
                      <a:pt x="2820" y="69956"/>
                    </a:moveTo>
                    <a:lnTo>
                      <a:pt x="55373" y="3577"/>
                    </a:lnTo>
                    <a:lnTo>
                      <a:pt x="55373" y="0"/>
                    </a:lnTo>
                    <a:lnTo>
                      <a:pt x="0" y="69956"/>
                    </a:lnTo>
                    <a:lnTo>
                      <a:pt x="2820" y="6995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4" name="자유형: 도형 1420">
                <a:extLst>
                  <a:ext uri="{FF2B5EF4-FFF2-40B4-BE49-F238E27FC236}">
                    <a16:creationId xmlns:a16="http://schemas.microsoft.com/office/drawing/2014/main" id="{CB286FE6-B66B-31B8-AE69-A4F1FFD70CF4}"/>
                  </a:ext>
                </a:extLst>
              </p:cNvPr>
              <p:cNvSpPr/>
              <p:nvPr/>
            </p:nvSpPr>
            <p:spPr>
              <a:xfrm>
                <a:off x="8273343" y="4788886"/>
                <a:ext cx="41616" cy="52621"/>
              </a:xfrm>
              <a:custGeom>
                <a:avLst/>
                <a:gdLst>
                  <a:gd name="connsiteX0" fmla="*/ 2820 w 41616"/>
                  <a:gd name="connsiteY0" fmla="*/ 52621 h 52621"/>
                  <a:gd name="connsiteX1" fmla="*/ 41616 w 41616"/>
                  <a:gd name="connsiteY1" fmla="*/ 3577 h 52621"/>
                  <a:gd name="connsiteX2" fmla="*/ 41616 w 41616"/>
                  <a:gd name="connsiteY2" fmla="*/ 0 h 52621"/>
                  <a:gd name="connsiteX3" fmla="*/ 0 w 41616"/>
                  <a:gd name="connsiteY3" fmla="*/ 52621 h 52621"/>
                  <a:gd name="connsiteX4" fmla="*/ 2820 w 41616"/>
                  <a:gd name="connsiteY4" fmla="*/ 52621 h 52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16" h="52621">
                    <a:moveTo>
                      <a:pt x="2820" y="52621"/>
                    </a:moveTo>
                    <a:lnTo>
                      <a:pt x="41616" y="3577"/>
                    </a:lnTo>
                    <a:lnTo>
                      <a:pt x="41616" y="0"/>
                    </a:lnTo>
                    <a:lnTo>
                      <a:pt x="0" y="52621"/>
                    </a:lnTo>
                    <a:lnTo>
                      <a:pt x="2820" y="5262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5" name="자유형: 도형 1421">
                <a:extLst>
                  <a:ext uri="{FF2B5EF4-FFF2-40B4-BE49-F238E27FC236}">
                    <a16:creationId xmlns:a16="http://schemas.microsoft.com/office/drawing/2014/main" id="{D6371F51-E4FB-6BBC-DE39-9CB67C6AA5D4}"/>
                  </a:ext>
                </a:extLst>
              </p:cNvPr>
              <p:cNvSpPr/>
              <p:nvPr/>
            </p:nvSpPr>
            <p:spPr>
              <a:xfrm>
                <a:off x="8287031" y="4806220"/>
                <a:ext cx="27927" cy="35287"/>
              </a:xfrm>
              <a:custGeom>
                <a:avLst/>
                <a:gdLst>
                  <a:gd name="connsiteX0" fmla="*/ 2820 w 27927"/>
                  <a:gd name="connsiteY0" fmla="*/ 35287 h 35287"/>
                  <a:gd name="connsiteX1" fmla="*/ 27928 w 27927"/>
                  <a:gd name="connsiteY1" fmla="*/ 3577 h 35287"/>
                  <a:gd name="connsiteX2" fmla="*/ 27928 w 27927"/>
                  <a:gd name="connsiteY2" fmla="*/ 0 h 35287"/>
                  <a:gd name="connsiteX3" fmla="*/ 0 w 27927"/>
                  <a:gd name="connsiteY3" fmla="*/ 35287 h 35287"/>
                  <a:gd name="connsiteX4" fmla="*/ 2820 w 27927"/>
                  <a:gd name="connsiteY4" fmla="*/ 35287 h 3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927" h="35287">
                    <a:moveTo>
                      <a:pt x="2820" y="35287"/>
                    </a:moveTo>
                    <a:lnTo>
                      <a:pt x="27928" y="3577"/>
                    </a:lnTo>
                    <a:lnTo>
                      <a:pt x="27928" y="0"/>
                    </a:lnTo>
                    <a:lnTo>
                      <a:pt x="0" y="35287"/>
                    </a:lnTo>
                    <a:lnTo>
                      <a:pt x="2820" y="3528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6" name="자유형: 도형 1422">
                <a:extLst>
                  <a:ext uri="{FF2B5EF4-FFF2-40B4-BE49-F238E27FC236}">
                    <a16:creationId xmlns:a16="http://schemas.microsoft.com/office/drawing/2014/main" id="{CAD5067A-008A-A83D-A5D7-BF77789F9743}"/>
                  </a:ext>
                </a:extLst>
              </p:cNvPr>
              <p:cNvSpPr/>
              <p:nvPr/>
            </p:nvSpPr>
            <p:spPr>
              <a:xfrm>
                <a:off x="8300788" y="4823623"/>
                <a:ext cx="14170" cy="17884"/>
              </a:xfrm>
              <a:custGeom>
                <a:avLst/>
                <a:gdLst>
                  <a:gd name="connsiteX0" fmla="*/ 2820 w 14170"/>
                  <a:gd name="connsiteY0" fmla="*/ 17884 h 17884"/>
                  <a:gd name="connsiteX1" fmla="*/ 14170 w 14170"/>
                  <a:gd name="connsiteY1" fmla="*/ 3577 h 17884"/>
                  <a:gd name="connsiteX2" fmla="*/ 14170 w 14170"/>
                  <a:gd name="connsiteY2" fmla="*/ 0 h 17884"/>
                  <a:gd name="connsiteX3" fmla="*/ 0 w 14170"/>
                  <a:gd name="connsiteY3" fmla="*/ 17884 h 17884"/>
                  <a:gd name="connsiteX4" fmla="*/ 2820 w 14170"/>
                  <a:gd name="connsiteY4" fmla="*/ 17884 h 17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70" h="17884">
                    <a:moveTo>
                      <a:pt x="2820" y="17884"/>
                    </a:moveTo>
                    <a:lnTo>
                      <a:pt x="14170" y="3577"/>
                    </a:lnTo>
                    <a:lnTo>
                      <a:pt x="14170" y="0"/>
                    </a:lnTo>
                    <a:lnTo>
                      <a:pt x="0" y="17884"/>
                    </a:lnTo>
                    <a:lnTo>
                      <a:pt x="2820" y="178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</p:grpSp>
      <p:sp>
        <p:nvSpPr>
          <p:cNvPr id="117" name="제목 1">
            <a:extLst>
              <a:ext uri="{FF2B5EF4-FFF2-40B4-BE49-F238E27FC236}">
                <a16:creationId xmlns:a16="http://schemas.microsoft.com/office/drawing/2014/main" id="{C4915CEA-E490-4BA4-814E-BCCB6882F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552" y="1052736"/>
            <a:ext cx="8517179" cy="286232"/>
          </a:xfrm>
        </p:spPr>
        <p:txBody>
          <a:bodyPr wrap="square" lIns="36000" rIns="0" anchor="ctr">
            <a:spAutoFit/>
          </a:bodyPr>
          <a:lstStyle>
            <a:lvl1pPr>
              <a:defRPr sz="1400" b="0" spc="-80" baseline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0"/>
                </a:gra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95919-22E4-B74A-4AE1-FACD89D65AEB}"/>
              </a:ext>
            </a:extLst>
          </p:cNvPr>
          <p:cNvSpPr txBox="1"/>
          <p:nvPr userDrawn="1"/>
        </p:nvSpPr>
        <p:spPr>
          <a:xfrm>
            <a:off x="8676474" y="144000"/>
            <a:ext cx="1014726" cy="25712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none" lIns="18000" tIns="10800" rIns="36000" bIns="0" rtlCol="0" anchor="t">
            <a:spAutoFit/>
          </a:bodyPr>
          <a:lstStyle/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고객사명</a:t>
            </a:r>
            <a: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_</a:t>
            </a:r>
            <a:r>
              <a:rPr lang="ko-KR" altLang="en-US" sz="800" spc="0" baseline="0" dirty="0" err="1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과정명</a:t>
            </a:r>
            <a:b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</a:b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과정운영 결과보고서</a:t>
            </a:r>
          </a:p>
        </p:txBody>
      </p:sp>
    </p:spTree>
    <p:extLst>
      <p:ext uri="{BB962C8B-B14F-4D97-AF65-F5344CB8AC3E}">
        <p14:creationId xmlns:p14="http://schemas.microsoft.com/office/powerpoint/2010/main" val="3016621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002">
          <p15:clr>
            <a:srgbClr val="9FCC3B"/>
          </p15:clr>
        </p15:guide>
        <p15:guide id="3" pos="3120">
          <p15:clr>
            <a:srgbClr val="FBAE40"/>
          </p15:clr>
        </p15:guide>
        <p15:guide id="4" pos="203">
          <p15:clr>
            <a:srgbClr val="9FCC3B"/>
          </p15:clr>
        </p15:guide>
        <p15:guide id="5" pos="6036">
          <p15:clr>
            <a:srgbClr val="9FCC3B"/>
          </p15:clr>
        </p15:guide>
        <p15:guide id="6" orient="horz" pos="735">
          <p15:clr>
            <a:srgbClr val="9FCC3B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캡션 없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ED2E497-DC81-4DB8-B1A5-BFC4C9FD87AD}"/>
              </a:ext>
            </a:extLst>
          </p:cNvPr>
          <p:cNvSpPr txBox="1"/>
          <p:nvPr userDrawn="1"/>
        </p:nvSpPr>
        <p:spPr>
          <a:xfrm>
            <a:off x="4657887" y="6552000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algn="ctr" defTabSz="457200" rtl="0" eaLnBrk="1" latinLnBrk="0" hangingPunct="1"/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 </a:t>
            </a:r>
            <a:fld id="{FE956E00-98D8-4B71-9451-472125E19CED}" type="slidenum">
              <a:rPr lang="ko-KR" altLang="en-US" sz="800" kern="1200" spc="0" smtClean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marL="0" algn="ctr" defTabSz="457200" rtl="0" eaLnBrk="1" latinLnBrk="0" hangingPunct="1"/>
              <a:t>‹#›</a:t>
            </a:fld>
            <a:r>
              <a:rPr lang="ko-KR" altLang="en-US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</a:t>
            </a:r>
            <a:endParaRPr lang="ko-KR" altLang="en-US" sz="800" kern="1200" spc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0"/>
              </a:gra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0" y="6498000"/>
            <a:ext cx="9907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모서리가 둥근 직사각형 32"/>
          <p:cNvSpPr/>
          <p:nvPr userDrawn="1"/>
        </p:nvSpPr>
        <p:spPr>
          <a:xfrm>
            <a:off x="7287917" y="593044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7208375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35" name="모서리가 둥근 직사각형 34"/>
          <p:cNvSpPr/>
          <p:nvPr userDrawn="1"/>
        </p:nvSpPr>
        <p:spPr>
          <a:xfrm>
            <a:off x="7781753" y="593044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36" name="TextBox 35"/>
          <p:cNvSpPr txBox="1"/>
          <p:nvPr userDrawn="1"/>
        </p:nvSpPr>
        <p:spPr>
          <a:xfrm>
            <a:off x="7708936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37" name="모서리가 둥근 직사각형 36"/>
          <p:cNvSpPr/>
          <p:nvPr userDrawn="1"/>
        </p:nvSpPr>
        <p:spPr>
          <a:xfrm>
            <a:off x="8275589" y="592737"/>
            <a:ext cx="414294" cy="242990"/>
          </a:xfrm>
          <a:prstGeom prst="round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38" name="모서리가 둥근 직사각형 37"/>
          <p:cNvSpPr/>
          <p:nvPr userDrawn="1"/>
        </p:nvSpPr>
        <p:spPr>
          <a:xfrm>
            <a:off x="8769424" y="592737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39" name="TextBox 38"/>
          <p:cNvSpPr txBox="1"/>
          <p:nvPr userDrawn="1"/>
        </p:nvSpPr>
        <p:spPr>
          <a:xfrm>
            <a:off x="8190516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40" name="TextBox 39"/>
          <p:cNvSpPr txBox="1"/>
          <p:nvPr userDrawn="1"/>
        </p:nvSpPr>
        <p:spPr>
          <a:xfrm>
            <a:off x="8691077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cxnSp>
        <p:nvCxnSpPr>
          <p:cNvPr id="22" name="직선 연결선 21"/>
          <p:cNvCxnSpPr/>
          <p:nvPr userDrawn="1"/>
        </p:nvCxnSpPr>
        <p:spPr>
          <a:xfrm>
            <a:off x="308484" y="0"/>
            <a:ext cx="0" cy="797983"/>
          </a:xfrm>
          <a:prstGeom prst="line">
            <a:avLst/>
          </a:prstGeom>
          <a:ln w="12700">
            <a:solidFill>
              <a:srgbClr val="1EBC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/>
          <p:cNvSpPr/>
          <p:nvPr userDrawn="1"/>
        </p:nvSpPr>
        <p:spPr>
          <a:xfrm>
            <a:off x="448196" y="372418"/>
            <a:ext cx="163859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700" spc="-20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만족도</a:t>
            </a:r>
            <a:r>
              <a:rPr lang="ko-KR" altLang="en-US" sz="2700" spc="-200" baseline="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결과</a:t>
            </a:r>
            <a:endParaRPr lang="ko-KR" altLang="en-US" sz="2700" dirty="0">
              <a:solidFill>
                <a:srgbClr val="36A86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1" name="사각형: 둥근 모서리 3">
            <a:extLst>
              <a:ext uri="{FF2B5EF4-FFF2-40B4-BE49-F238E27FC236}">
                <a16:creationId xmlns:a16="http://schemas.microsoft.com/office/drawing/2014/main" id="{573C4F1F-DE48-F3D9-D703-2BDCF6DE62A4}"/>
              </a:ext>
            </a:extLst>
          </p:cNvPr>
          <p:cNvSpPr/>
          <p:nvPr userDrawn="1"/>
        </p:nvSpPr>
        <p:spPr>
          <a:xfrm>
            <a:off x="323372" y="961935"/>
            <a:ext cx="9258778" cy="460524"/>
          </a:xfrm>
          <a:prstGeom prst="roundRect">
            <a:avLst>
              <a:gd name="adj" fmla="val 532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92A9789-7DD9-AD6E-6FCD-3FE6B7095308}"/>
              </a:ext>
            </a:extLst>
          </p:cNvPr>
          <p:cNvGrpSpPr/>
          <p:nvPr userDrawn="1"/>
        </p:nvGrpSpPr>
        <p:grpSpPr>
          <a:xfrm>
            <a:off x="488504" y="1045008"/>
            <a:ext cx="263424" cy="289249"/>
            <a:chOff x="7302045" y="2974665"/>
            <a:chExt cx="320750" cy="327629"/>
          </a:xfrm>
        </p:grpSpPr>
        <p:grpSp>
          <p:nvGrpSpPr>
            <p:cNvPr id="83" name="그래픽 2">
              <a:extLst>
                <a:ext uri="{FF2B5EF4-FFF2-40B4-BE49-F238E27FC236}">
                  <a16:creationId xmlns:a16="http://schemas.microsoft.com/office/drawing/2014/main" id="{7C0571AC-B0A6-2D30-B456-86B77067383D}"/>
                </a:ext>
              </a:extLst>
            </p:cNvPr>
            <p:cNvGrpSpPr/>
            <p:nvPr/>
          </p:nvGrpSpPr>
          <p:grpSpPr>
            <a:xfrm>
              <a:off x="7302045" y="2974665"/>
              <a:ext cx="320750" cy="327629"/>
              <a:chOff x="8013743" y="4558933"/>
              <a:chExt cx="320750" cy="327629"/>
            </a:xfrm>
            <a:solidFill>
              <a:srgbClr val="4D4E50"/>
            </a:solidFill>
          </p:grpSpPr>
          <p:sp>
            <p:nvSpPr>
              <p:cNvPr id="119" name="자유형: 도형 1385">
                <a:extLst>
                  <a:ext uri="{FF2B5EF4-FFF2-40B4-BE49-F238E27FC236}">
                    <a16:creationId xmlns:a16="http://schemas.microsoft.com/office/drawing/2014/main" id="{D7D6F45B-4C99-BC76-43EC-E19F1AE71F87}"/>
                  </a:ext>
                </a:extLst>
              </p:cNvPr>
              <p:cNvSpPr/>
              <p:nvPr/>
            </p:nvSpPr>
            <p:spPr>
              <a:xfrm>
                <a:off x="8043872" y="4776023"/>
                <a:ext cx="72913" cy="68580"/>
              </a:xfrm>
              <a:custGeom>
                <a:avLst/>
                <a:gdLst>
                  <a:gd name="connsiteX0" fmla="*/ 0 w 72913"/>
                  <a:gd name="connsiteY0" fmla="*/ 0 h 68580"/>
                  <a:gd name="connsiteX1" fmla="*/ 72913 w 72913"/>
                  <a:gd name="connsiteY1" fmla="*/ 0 h 68580"/>
                  <a:gd name="connsiteX2" fmla="*/ 72913 w 72913"/>
                  <a:gd name="connsiteY2" fmla="*/ 68580 h 68580"/>
                  <a:gd name="connsiteX3" fmla="*/ 0 w 72913"/>
                  <a:gd name="connsiteY3" fmla="*/ 68580 h 68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913" h="68580">
                    <a:moveTo>
                      <a:pt x="0" y="0"/>
                    </a:moveTo>
                    <a:lnTo>
                      <a:pt x="72913" y="0"/>
                    </a:lnTo>
                    <a:lnTo>
                      <a:pt x="72913" y="68580"/>
                    </a:lnTo>
                    <a:lnTo>
                      <a:pt x="0" y="68580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20" name="자유형: 도형 1386">
                <a:extLst>
                  <a:ext uri="{FF2B5EF4-FFF2-40B4-BE49-F238E27FC236}">
                    <a16:creationId xmlns:a16="http://schemas.microsoft.com/office/drawing/2014/main" id="{623EB2C7-CBAC-CAF2-382C-05B79129687D}"/>
                  </a:ext>
                </a:extLst>
              </p:cNvPr>
              <p:cNvSpPr/>
              <p:nvPr/>
            </p:nvSpPr>
            <p:spPr>
              <a:xfrm>
                <a:off x="8142099" y="4713289"/>
                <a:ext cx="72913" cy="131381"/>
              </a:xfrm>
              <a:custGeom>
                <a:avLst/>
                <a:gdLst>
                  <a:gd name="connsiteX0" fmla="*/ 0 w 72913"/>
                  <a:gd name="connsiteY0" fmla="*/ 0 h 131381"/>
                  <a:gd name="connsiteX1" fmla="*/ 72914 w 72913"/>
                  <a:gd name="connsiteY1" fmla="*/ 0 h 131381"/>
                  <a:gd name="connsiteX2" fmla="*/ 72914 w 72913"/>
                  <a:gd name="connsiteY2" fmla="*/ 131382 h 131381"/>
                  <a:gd name="connsiteX3" fmla="*/ 0 w 72913"/>
                  <a:gd name="connsiteY3" fmla="*/ 131382 h 131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913" h="131381">
                    <a:moveTo>
                      <a:pt x="0" y="0"/>
                    </a:moveTo>
                    <a:lnTo>
                      <a:pt x="72914" y="0"/>
                    </a:lnTo>
                    <a:lnTo>
                      <a:pt x="72914" y="131382"/>
                    </a:lnTo>
                    <a:lnTo>
                      <a:pt x="0" y="131382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21" name="자유형: 도형 1387">
                <a:extLst>
                  <a:ext uri="{FF2B5EF4-FFF2-40B4-BE49-F238E27FC236}">
                    <a16:creationId xmlns:a16="http://schemas.microsoft.com/office/drawing/2014/main" id="{6EE5664A-FB3C-346F-4C6A-B168ED7869CD}"/>
                  </a:ext>
                </a:extLst>
              </p:cNvPr>
              <p:cNvSpPr/>
              <p:nvPr/>
            </p:nvSpPr>
            <p:spPr>
              <a:xfrm>
                <a:off x="8013743" y="4558933"/>
                <a:ext cx="320750" cy="327629"/>
              </a:xfrm>
              <a:custGeom>
                <a:avLst/>
                <a:gdLst>
                  <a:gd name="connsiteX0" fmla="*/ 17815 w 320750"/>
                  <a:gd name="connsiteY0" fmla="*/ 0 h 327629"/>
                  <a:gd name="connsiteX1" fmla="*/ 0 w 320750"/>
                  <a:gd name="connsiteY1" fmla="*/ 0 h 327629"/>
                  <a:gd name="connsiteX2" fmla="*/ 0 w 320750"/>
                  <a:gd name="connsiteY2" fmla="*/ 318687 h 327629"/>
                  <a:gd name="connsiteX3" fmla="*/ 2614 w 320750"/>
                  <a:gd name="connsiteY3" fmla="*/ 325016 h 327629"/>
                  <a:gd name="connsiteX4" fmla="*/ 8943 w 320750"/>
                  <a:gd name="connsiteY4" fmla="*/ 327629 h 327629"/>
                  <a:gd name="connsiteX5" fmla="*/ 320751 w 320750"/>
                  <a:gd name="connsiteY5" fmla="*/ 327629 h 327629"/>
                  <a:gd name="connsiteX6" fmla="*/ 320751 w 320750"/>
                  <a:gd name="connsiteY6" fmla="*/ 309814 h 327629"/>
                  <a:gd name="connsiteX7" fmla="*/ 17815 w 320750"/>
                  <a:gd name="connsiteY7" fmla="*/ 309814 h 327629"/>
                  <a:gd name="connsiteX8" fmla="*/ 17815 w 320750"/>
                  <a:gd name="connsiteY8" fmla="*/ 0 h 32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0750" h="327629">
                    <a:moveTo>
                      <a:pt x="17815" y="0"/>
                    </a:moveTo>
                    <a:lnTo>
                      <a:pt x="0" y="0"/>
                    </a:lnTo>
                    <a:lnTo>
                      <a:pt x="0" y="318687"/>
                    </a:lnTo>
                    <a:cubicBezTo>
                      <a:pt x="0" y="321026"/>
                      <a:pt x="963" y="323365"/>
                      <a:pt x="2614" y="325016"/>
                    </a:cubicBezTo>
                    <a:cubicBezTo>
                      <a:pt x="4265" y="326667"/>
                      <a:pt x="6603" y="327629"/>
                      <a:pt x="8943" y="327629"/>
                    </a:cubicBezTo>
                    <a:lnTo>
                      <a:pt x="320751" y="327629"/>
                    </a:lnTo>
                    <a:lnTo>
                      <a:pt x="320751" y="309814"/>
                    </a:lnTo>
                    <a:lnTo>
                      <a:pt x="17815" y="309814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84" name="그래픽 2">
              <a:extLst>
                <a:ext uri="{FF2B5EF4-FFF2-40B4-BE49-F238E27FC236}">
                  <a16:creationId xmlns:a16="http://schemas.microsoft.com/office/drawing/2014/main" id="{B4E54E5C-747A-57D7-0A6D-407B6CD70407}"/>
                </a:ext>
              </a:extLst>
            </p:cNvPr>
            <p:cNvGrpSpPr/>
            <p:nvPr/>
          </p:nvGrpSpPr>
          <p:grpSpPr>
            <a:xfrm>
              <a:off x="7530622" y="3057346"/>
              <a:ext cx="72638" cy="199893"/>
              <a:chOff x="8242320" y="4641614"/>
              <a:chExt cx="72638" cy="199893"/>
            </a:xfrm>
            <a:solidFill>
              <a:srgbClr val="97A6D5"/>
            </a:solidFill>
          </p:grpSpPr>
          <p:sp>
            <p:nvSpPr>
              <p:cNvPr id="102" name="자유형: 도형 1389">
                <a:extLst>
                  <a:ext uri="{FF2B5EF4-FFF2-40B4-BE49-F238E27FC236}">
                    <a16:creationId xmlns:a16="http://schemas.microsoft.com/office/drawing/2014/main" id="{EE0793DB-6120-1E92-4B49-CD9E0FD1F65D}"/>
                  </a:ext>
                </a:extLst>
              </p:cNvPr>
              <p:cNvSpPr/>
              <p:nvPr/>
            </p:nvSpPr>
            <p:spPr>
              <a:xfrm>
                <a:off x="8262406" y="4775129"/>
                <a:ext cx="52552" cy="66378"/>
              </a:xfrm>
              <a:custGeom>
                <a:avLst/>
                <a:gdLst>
                  <a:gd name="connsiteX0" fmla="*/ 10937 w 52552"/>
                  <a:gd name="connsiteY0" fmla="*/ 66379 h 66378"/>
                  <a:gd name="connsiteX1" fmla="*/ 52553 w 52552"/>
                  <a:gd name="connsiteY1" fmla="*/ 13757 h 66378"/>
                  <a:gd name="connsiteX2" fmla="*/ 52553 w 52552"/>
                  <a:gd name="connsiteY2" fmla="*/ 0 h 66378"/>
                  <a:gd name="connsiteX3" fmla="*/ 0 w 52552"/>
                  <a:gd name="connsiteY3" fmla="*/ 66379 h 66378"/>
                  <a:gd name="connsiteX4" fmla="*/ 10937 w 52552"/>
                  <a:gd name="connsiteY4" fmla="*/ 66379 h 66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52" h="66378">
                    <a:moveTo>
                      <a:pt x="10937" y="66379"/>
                    </a:moveTo>
                    <a:lnTo>
                      <a:pt x="52553" y="13757"/>
                    </a:lnTo>
                    <a:lnTo>
                      <a:pt x="52553" y="0"/>
                    </a:lnTo>
                    <a:lnTo>
                      <a:pt x="0" y="66379"/>
                    </a:lnTo>
                    <a:lnTo>
                      <a:pt x="10937" y="6637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3" name="자유형: 도형 1390">
                <a:extLst>
                  <a:ext uri="{FF2B5EF4-FFF2-40B4-BE49-F238E27FC236}">
                    <a16:creationId xmlns:a16="http://schemas.microsoft.com/office/drawing/2014/main" id="{7DADE468-436E-F8C7-C665-FFA5FEB2B61A}"/>
                  </a:ext>
                </a:extLst>
              </p:cNvPr>
              <p:cNvSpPr/>
              <p:nvPr/>
            </p:nvSpPr>
            <p:spPr>
              <a:xfrm>
                <a:off x="8248718" y="4757794"/>
                <a:ext cx="66241" cy="83712"/>
              </a:xfrm>
              <a:custGeom>
                <a:avLst/>
                <a:gdLst>
                  <a:gd name="connsiteX0" fmla="*/ 10868 w 66241"/>
                  <a:gd name="connsiteY0" fmla="*/ 83713 h 83712"/>
                  <a:gd name="connsiteX1" fmla="*/ 66241 w 66241"/>
                  <a:gd name="connsiteY1" fmla="*/ 13757 h 83712"/>
                  <a:gd name="connsiteX2" fmla="*/ 66241 w 66241"/>
                  <a:gd name="connsiteY2" fmla="*/ 0 h 83712"/>
                  <a:gd name="connsiteX3" fmla="*/ 0 w 66241"/>
                  <a:gd name="connsiteY3" fmla="*/ 83713 h 83712"/>
                  <a:gd name="connsiteX4" fmla="*/ 10868 w 66241"/>
                  <a:gd name="connsiteY4" fmla="*/ 83713 h 83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241" h="83712">
                    <a:moveTo>
                      <a:pt x="10868" y="83713"/>
                    </a:moveTo>
                    <a:lnTo>
                      <a:pt x="66241" y="13757"/>
                    </a:lnTo>
                    <a:lnTo>
                      <a:pt x="66241" y="0"/>
                    </a:lnTo>
                    <a:lnTo>
                      <a:pt x="0" y="83713"/>
                    </a:lnTo>
                    <a:lnTo>
                      <a:pt x="10868" y="83713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4" name="자유형: 도형 1391">
                <a:extLst>
                  <a:ext uri="{FF2B5EF4-FFF2-40B4-BE49-F238E27FC236}">
                    <a16:creationId xmlns:a16="http://schemas.microsoft.com/office/drawing/2014/main" id="{66D7C372-0FF9-0E82-E39D-C3EF5FEB9919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10799" cy="13619"/>
              </a:xfrm>
              <a:custGeom>
                <a:avLst/>
                <a:gdLst>
                  <a:gd name="connsiteX0" fmla="*/ 0 w 10799"/>
                  <a:gd name="connsiteY0" fmla="*/ 0 h 13619"/>
                  <a:gd name="connsiteX1" fmla="*/ 0 w 10799"/>
                  <a:gd name="connsiteY1" fmla="*/ 13620 h 13619"/>
                  <a:gd name="connsiteX2" fmla="*/ 10800 w 10799"/>
                  <a:gd name="connsiteY2" fmla="*/ 0 h 13619"/>
                  <a:gd name="connsiteX3" fmla="*/ 0 w 10799"/>
                  <a:gd name="connsiteY3" fmla="*/ 0 h 13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99" h="13619">
                    <a:moveTo>
                      <a:pt x="0" y="0"/>
                    </a:moveTo>
                    <a:lnTo>
                      <a:pt x="0" y="13620"/>
                    </a:lnTo>
                    <a:lnTo>
                      <a:pt x="108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5" name="자유형: 도형 1392">
                <a:extLst>
                  <a:ext uri="{FF2B5EF4-FFF2-40B4-BE49-F238E27FC236}">
                    <a16:creationId xmlns:a16="http://schemas.microsoft.com/office/drawing/2014/main" id="{F1E1B843-9F34-5AEB-ACCE-3E69A3F6BE57}"/>
                  </a:ext>
                </a:extLst>
              </p:cNvPr>
              <p:cNvSpPr/>
              <p:nvPr/>
            </p:nvSpPr>
            <p:spPr>
              <a:xfrm>
                <a:off x="8242320" y="4671055"/>
                <a:ext cx="72638" cy="105586"/>
              </a:xfrm>
              <a:custGeom>
                <a:avLst/>
                <a:gdLst>
                  <a:gd name="connsiteX0" fmla="*/ 72639 w 72638"/>
                  <a:gd name="connsiteY0" fmla="*/ 0 h 105586"/>
                  <a:gd name="connsiteX1" fmla="*/ 0 w 72638"/>
                  <a:gd name="connsiteY1" fmla="*/ 91830 h 105586"/>
                  <a:gd name="connsiteX2" fmla="*/ 0 w 72638"/>
                  <a:gd name="connsiteY2" fmla="*/ 105587 h 105586"/>
                  <a:gd name="connsiteX3" fmla="*/ 72639 w 72638"/>
                  <a:gd name="connsiteY3" fmla="*/ 13757 h 105586"/>
                  <a:gd name="connsiteX4" fmla="*/ 72639 w 72638"/>
                  <a:gd name="connsiteY4" fmla="*/ 0 h 10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6" name="자유형: 도형 1393">
                <a:extLst>
                  <a:ext uri="{FF2B5EF4-FFF2-40B4-BE49-F238E27FC236}">
                    <a16:creationId xmlns:a16="http://schemas.microsoft.com/office/drawing/2014/main" id="{C60EBB8E-3207-4141-AB2A-771266A8EF41}"/>
                  </a:ext>
                </a:extLst>
              </p:cNvPr>
              <p:cNvSpPr/>
              <p:nvPr/>
            </p:nvSpPr>
            <p:spPr>
              <a:xfrm>
                <a:off x="8242320" y="4688389"/>
                <a:ext cx="72638" cy="105587"/>
              </a:xfrm>
              <a:custGeom>
                <a:avLst/>
                <a:gdLst>
                  <a:gd name="connsiteX0" fmla="*/ 72639 w 72638"/>
                  <a:gd name="connsiteY0" fmla="*/ 0 h 105587"/>
                  <a:gd name="connsiteX1" fmla="*/ 0 w 72638"/>
                  <a:gd name="connsiteY1" fmla="*/ 91830 h 105587"/>
                  <a:gd name="connsiteX2" fmla="*/ 0 w 72638"/>
                  <a:gd name="connsiteY2" fmla="*/ 105587 h 105587"/>
                  <a:gd name="connsiteX3" fmla="*/ 72639 w 72638"/>
                  <a:gd name="connsiteY3" fmla="*/ 13757 h 105587"/>
                  <a:gd name="connsiteX4" fmla="*/ 72639 w 72638"/>
                  <a:gd name="connsiteY4" fmla="*/ 0 h 105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7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7" name="자유형: 도형 1394">
                <a:extLst>
                  <a:ext uri="{FF2B5EF4-FFF2-40B4-BE49-F238E27FC236}">
                    <a16:creationId xmlns:a16="http://schemas.microsoft.com/office/drawing/2014/main" id="{040F04CC-DCB3-8B4D-130F-4432C31CFBFE}"/>
                  </a:ext>
                </a:extLst>
              </p:cNvPr>
              <p:cNvSpPr/>
              <p:nvPr/>
            </p:nvSpPr>
            <p:spPr>
              <a:xfrm>
                <a:off x="8242320" y="4740460"/>
                <a:ext cx="72638" cy="101047"/>
              </a:xfrm>
              <a:custGeom>
                <a:avLst/>
                <a:gdLst>
                  <a:gd name="connsiteX0" fmla="*/ 72639 w 72638"/>
                  <a:gd name="connsiteY0" fmla="*/ 13757 h 101047"/>
                  <a:gd name="connsiteX1" fmla="*/ 72639 w 72638"/>
                  <a:gd name="connsiteY1" fmla="*/ 0 h 101047"/>
                  <a:gd name="connsiteX2" fmla="*/ 0 w 72638"/>
                  <a:gd name="connsiteY2" fmla="*/ 91830 h 101047"/>
                  <a:gd name="connsiteX3" fmla="*/ 0 w 72638"/>
                  <a:gd name="connsiteY3" fmla="*/ 101047 h 101047"/>
                  <a:gd name="connsiteX4" fmla="*/ 3577 w 72638"/>
                  <a:gd name="connsiteY4" fmla="*/ 101047 h 101047"/>
                  <a:gd name="connsiteX5" fmla="*/ 72639 w 72638"/>
                  <a:gd name="connsiteY5" fmla="*/ 13757 h 101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638" h="101047">
                    <a:moveTo>
                      <a:pt x="72639" y="13757"/>
                    </a:moveTo>
                    <a:lnTo>
                      <a:pt x="72639" y="0"/>
                    </a:lnTo>
                    <a:lnTo>
                      <a:pt x="0" y="91830"/>
                    </a:lnTo>
                    <a:lnTo>
                      <a:pt x="0" y="101047"/>
                    </a:lnTo>
                    <a:lnTo>
                      <a:pt x="3577" y="101047"/>
                    </a:lnTo>
                    <a:lnTo>
                      <a:pt x="72639" y="137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8" name="자유형: 도형 1395">
                <a:extLst>
                  <a:ext uri="{FF2B5EF4-FFF2-40B4-BE49-F238E27FC236}">
                    <a16:creationId xmlns:a16="http://schemas.microsoft.com/office/drawing/2014/main" id="{37B126CF-7AE8-E823-ABCF-633A5D4AD5FC}"/>
                  </a:ext>
                </a:extLst>
              </p:cNvPr>
              <p:cNvSpPr/>
              <p:nvPr/>
            </p:nvSpPr>
            <p:spPr>
              <a:xfrm>
                <a:off x="8242320" y="4653720"/>
                <a:ext cx="72638" cy="105586"/>
              </a:xfrm>
              <a:custGeom>
                <a:avLst/>
                <a:gdLst>
                  <a:gd name="connsiteX0" fmla="*/ 72639 w 72638"/>
                  <a:gd name="connsiteY0" fmla="*/ 0 h 105586"/>
                  <a:gd name="connsiteX1" fmla="*/ 0 w 72638"/>
                  <a:gd name="connsiteY1" fmla="*/ 91830 h 105586"/>
                  <a:gd name="connsiteX2" fmla="*/ 0 w 72638"/>
                  <a:gd name="connsiteY2" fmla="*/ 105587 h 105586"/>
                  <a:gd name="connsiteX3" fmla="*/ 72639 w 72638"/>
                  <a:gd name="connsiteY3" fmla="*/ 13757 h 105586"/>
                  <a:gd name="connsiteX4" fmla="*/ 72639 w 72638"/>
                  <a:gd name="connsiteY4" fmla="*/ 0 h 10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9" name="자유형: 도형 1396">
                <a:extLst>
                  <a:ext uri="{FF2B5EF4-FFF2-40B4-BE49-F238E27FC236}">
                    <a16:creationId xmlns:a16="http://schemas.microsoft.com/office/drawing/2014/main" id="{61FB565A-027D-698C-0D9A-907AC5C85E49}"/>
                  </a:ext>
                </a:extLst>
              </p:cNvPr>
              <p:cNvSpPr/>
              <p:nvPr/>
            </p:nvSpPr>
            <p:spPr>
              <a:xfrm>
                <a:off x="8242320" y="4723057"/>
                <a:ext cx="72638" cy="105655"/>
              </a:xfrm>
              <a:custGeom>
                <a:avLst/>
                <a:gdLst>
                  <a:gd name="connsiteX0" fmla="*/ 72639 w 72638"/>
                  <a:gd name="connsiteY0" fmla="*/ 0 h 105655"/>
                  <a:gd name="connsiteX1" fmla="*/ 0 w 72638"/>
                  <a:gd name="connsiteY1" fmla="*/ 91830 h 105655"/>
                  <a:gd name="connsiteX2" fmla="*/ 0 w 72638"/>
                  <a:gd name="connsiteY2" fmla="*/ 105656 h 105655"/>
                  <a:gd name="connsiteX3" fmla="*/ 72639 w 72638"/>
                  <a:gd name="connsiteY3" fmla="*/ 13826 h 105655"/>
                  <a:gd name="connsiteX4" fmla="*/ 72639 w 72638"/>
                  <a:gd name="connsiteY4" fmla="*/ 0 h 105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655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656"/>
                    </a:lnTo>
                    <a:lnTo>
                      <a:pt x="72639" y="13826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0" name="자유형: 도형 1397">
                <a:extLst>
                  <a:ext uri="{FF2B5EF4-FFF2-40B4-BE49-F238E27FC236}">
                    <a16:creationId xmlns:a16="http://schemas.microsoft.com/office/drawing/2014/main" id="{523FAE5B-CC14-A115-E1C6-33A6179FAD6B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24488" cy="30953"/>
              </a:xfrm>
              <a:custGeom>
                <a:avLst/>
                <a:gdLst>
                  <a:gd name="connsiteX0" fmla="*/ 13620 w 24488"/>
                  <a:gd name="connsiteY0" fmla="*/ 0 h 30953"/>
                  <a:gd name="connsiteX1" fmla="*/ 0 w 24488"/>
                  <a:gd name="connsiteY1" fmla="*/ 17197 h 30953"/>
                  <a:gd name="connsiteX2" fmla="*/ 0 w 24488"/>
                  <a:gd name="connsiteY2" fmla="*/ 30954 h 30953"/>
                  <a:gd name="connsiteX3" fmla="*/ 24488 w 24488"/>
                  <a:gd name="connsiteY3" fmla="*/ 0 h 30953"/>
                  <a:gd name="connsiteX4" fmla="*/ 13620 w 24488"/>
                  <a:gd name="connsiteY4" fmla="*/ 0 h 30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88" h="30953">
                    <a:moveTo>
                      <a:pt x="13620" y="0"/>
                    </a:moveTo>
                    <a:lnTo>
                      <a:pt x="0" y="17197"/>
                    </a:lnTo>
                    <a:lnTo>
                      <a:pt x="0" y="30954"/>
                    </a:lnTo>
                    <a:lnTo>
                      <a:pt x="24488" y="0"/>
                    </a:lnTo>
                    <a:lnTo>
                      <a:pt x="136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1" name="자유형: 도형 1398">
                <a:extLst>
                  <a:ext uri="{FF2B5EF4-FFF2-40B4-BE49-F238E27FC236}">
                    <a16:creationId xmlns:a16="http://schemas.microsoft.com/office/drawing/2014/main" id="{C904BF01-3663-F282-0432-B7A829ED66AF}"/>
                  </a:ext>
                </a:extLst>
              </p:cNvPr>
              <p:cNvSpPr/>
              <p:nvPr/>
            </p:nvSpPr>
            <p:spPr>
              <a:xfrm>
                <a:off x="8242320" y="4705723"/>
                <a:ext cx="72638" cy="105655"/>
              </a:xfrm>
              <a:custGeom>
                <a:avLst/>
                <a:gdLst>
                  <a:gd name="connsiteX0" fmla="*/ 72639 w 72638"/>
                  <a:gd name="connsiteY0" fmla="*/ 0 h 105655"/>
                  <a:gd name="connsiteX1" fmla="*/ 0 w 72638"/>
                  <a:gd name="connsiteY1" fmla="*/ 91830 h 105655"/>
                  <a:gd name="connsiteX2" fmla="*/ 0 w 72638"/>
                  <a:gd name="connsiteY2" fmla="*/ 105656 h 105655"/>
                  <a:gd name="connsiteX3" fmla="*/ 72639 w 72638"/>
                  <a:gd name="connsiteY3" fmla="*/ 13826 h 105655"/>
                  <a:gd name="connsiteX4" fmla="*/ 72639 w 72638"/>
                  <a:gd name="connsiteY4" fmla="*/ 0 h 105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655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656"/>
                    </a:lnTo>
                    <a:lnTo>
                      <a:pt x="72639" y="13826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2" name="자유형: 도형 1399">
                <a:extLst>
                  <a:ext uri="{FF2B5EF4-FFF2-40B4-BE49-F238E27FC236}">
                    <a16:creationId xmlns:a16="http://schemas.microsoft.com/office/drawing/2014/main" id="{4D147FE5-CAB7-10AE-3396-93FC50795416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51934" cy="65690"/>
              </a:xfrm>
              <a:custGeom>
                <a:avLst/>
                <a:gdLst>
                  <a:gd name="connsiteX0" fmla="*/ 40997 w 51934"/>
                  <a:gd name="connsiteY0" fmla="*/ 0 h 65690"/>
                  <a:gd name="connsiteX1" fmla="*/ 0 w 51934"/>
                  <a:gd name="connsiteY1" fmla="*/ 51865 h 65690"/>
                  <a:gd name="connsiteX2" fmla="*/ 0 w 51934"/>
                  <a:gd name="connsiteY2" fmla="*/ 65691 h 65690"/>
                  <a:gd name="connsiteX3" fmla="*/ 51934 w 51934"/>
                  <a:gd name="connsiteY3" fmla="*/ 0 h 65690"/>
                  <a:gd name="connsiteX4" fmla="*/ 40997 w 51934"/>
                  <a:gd name="connsiteY4" fmla="*/ 0 h 65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934" h="65690">
                    <a:moveTo>
                      <a:pt x="40997" y="0"/>
                    </a:moveTo>
                    <a:lnTo>
                      <a:pt x="0" y="51865"/>
                    </a:lnTo>
                    <a:lnTo>
                      <a:pt x="0" y="65691"/>
                    </a:lnTo>
                    <a:lnTo>
                      <a:pt x="51934" y="0"/>
                    </a:lnTo>
                    <a:lnTo>
                      <a:pt x="4099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3" name="자유형: 도형 1400">
                <a:extLst>
                  <a:ext uri="{FF2B5EF4-FFF2-40B4-BE49-F238E27FC236}">
                    <a16:creationId xmlns:a16="http://schemas.microsoft.com/office/drawing/2014/main" id="{EAB62776-C719-EEF7-B6C3-9640EC5D24B5}"/>
                  </a:ext>
                </a:extLst>
              </p:cNvPr>
              <p:cNvSpPr/>
              <p:nvPr/>
            </p:nvSpPr>
            <p:spPr>
              <a:xfrm>
                <a:off x="8289852" y="4809797"/>
                <a:ext cx="25107" cy="31710"/>
              </a:xfrm>
              <a:custGeom>
                <a:avLst/>
                <a:gdLst>
                  <a:gd name="connsiteX0" fmla="*/ 10937 w 25107"/>
                  <a:gd name="connsiteY0" fmla="*/ 31710 h 31710"/>
                  <a:gd name="connsiteX1" fmla="*/ 25107 w 25107"/>
                  <a:gd name="connsiteY1" fmla="*/ 13826 h 31710"/>
                  <a:gd name="connsiteX2" fmla="*/ 25107 w 25107"/>
                  <a:gd name="connsiteY2" fmla="*/ 0 h 31710"/>
                  <a:gd name="connsiteX3" fmla="*/ 0 w 25107"/>
                  <a:gd name="connsiteY3" fmla="*/ 31710 h 31710"/>
                  <a:gd name="connsiteX4" fmla="*/ 10937 w 25107"/>
                  <a:gd name="connsiteY4" fmla="*/ 31710 h 3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107" h="31710">
                    <a:moveTo>
                      <a:pt x="10937" y="31710"/>
                    </a:moveTo>
                    <a:lnTo>
                      <a:pt x="25107" y="13826"/>
                    </a:lnTo>
                    <a:lnTo>
                      <a:pt x="25107" y="0"/>
                    </a:lnTo>
                    <a:lnTo>
                      <a:pt x="0" y="31710"/>
                    </a:lnTo>
                    <a:lnTo>
                      <a:pt x="10937" y="3171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4" name="자유형: 도형 1401">
                <a:extLst>
                  <a:ext uri="{FF2B5EF4-FFF2-40B4-BE49-F238E27FC236}">
                    <a16:creationId xmlns:a16="http://schemas.microsoft.com/office/drawing/2014/main" id="{C4C2383B-7567-D772-8ED3-E6C239F909EC}"/>
                  </a:ext>
                </a:extLst>
              </p:cNvPr>
              <p:cNvSpPr/>
              <p:nvPr/>
            </p:nvSpPr>
            <p:spPr>
              <a:xfrm>
                <a:off x="8303609" y="4827199"/>
                <a:ext cx="11349" cy="14307"/>
              </a:xfrm>
              <a:custGeom>
                <a:avLst/>
                <a:gdLst>
                  <a:gd name="connsiteX0" fmla="*/ 10868 w 11349"/>
                  <a:gd name="connsiteY0" fmla="*/ 14308 h 14307"/>
                  <a:gd name="connsiteX1" fmla="*/ 11350 w 11349"/>
                  <a:gd name="connsiteY1" fmla="*/ 13757 h 14307"/>
                  <a:gd name="connsiteX2" fmla="*/ 11350 w 11349"/>
                  <a:gd name="connsiteY2" fmla="*/ 0 h 14307"/>
                  <a:gd name="connsiteX3" fmla="*/ 0 w 11349"/>
                  <a:gd name="connsiteY3" fmla="*/ 14308 h 14307"/>
                  <a:gd name="connsiteX4" fmla="*/ 10868 w 11349"/>
                  <a:gd name="connsiteY4" fmla="*/ 14308 h 14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49" h="14307">
                    <a:moveTo>
                      <a:pt x="10868" y="14308"/>
                    </a:moveTo>
                    <a:lnTo>
                      <a:pt x="11350" y="13757"/>
                    </a:lnTo>
                    <a:lnTo>
                      <a:pt x="11350" y="0"/>
                    </a:lnTo>
                    <a:lnTo>
                      <a:pt x="0" y="14308"/>
                    </a:lnTo>
                    <a:lnTo>
                      <a:pt x="10868" y="1430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5" name="자유형: 도형 1402">
                <a:extLst>
                  <a:ext uri="{FF2B5EF4-FFF2-40B4-BE49-F238E27FC236}">
                    <a16:creationId xmlns:a16="http://schemas.microsoft.com/office/drawing/2014/main" id="{F4A8D087-BE8D-0BEB-0499-5BC2271986E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65622" cy="83025"/>
              </a:xfrm>
              <a:custGeom>
                <a:avLst/>
                <a:gdLst>
                  <a:gd name="connsiteX0" fmla="*/ 54755 w 65622"/>
                  <a:gd name="connsiteY0" fmla="*/ 0 h 83025"/>
                  <a:gd name="connsiteX1" fmla="*/ 0 w 65622"/>
                  <a:gd name="connsiteY1" fmla="*/ 69199 h 83025"/>
                  <a:gd name="connsiteX2" fmla="*/ 0 w 65622"/>
                  <a:gd name="connsiteY2" fmla="*/ 83025 h 83025"/>
                  <a:gd name="connsiteX3" fmla="*/ 65622 w 65622"/>
                  <a:gd name="connsiteY3" fmla="*/ 0 h 83025"/>
                  <a:gd name="connsiteX4" fmla="*/ 54755 w 65622"/>
                  <a:gd name="connsiteY4" fmla="*/ 0 h 8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2" h="83025">
                    <a:moveTo>
                      <a:pt x="54755" y="0"/>
                    </a:moveTo>
                    <a:lnTo>
                      <a:pt x="0" y="69199"/>
                    </a:lnTo>
                    <a:lnTo>
                      <a:pt x="0" y="83025"/>
                    </a:lnTo>
                    <a:lnTo>
                      <a:pt x="65622" y="0"/>
                    </a:lnTo>
                    <a:lnTo>
                      <a:pt x="5475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6" name="자유형: 도형 1403">
                <a:extLst>
                  <a:ext uri="{FF2B5EF4-FFF2-40B4-BE49-F238E27FC236}">
                    <a16:creationId xmlns:a16="http://schemas.microsoft.com/office/drawing/2014/main" id="{B5209C03-B3E3-8777-EA40-3BDC445B0F63}"/>
                  </a:ext>
                </a:extLst>
              </p:cNvPr>
              <p:cNvSpPr/>
              <p:nvPr/>
            </p:nvSpPr>
            <p:spPr>
              <a:xfrm>
                <a:off x="8276163" y="4792462"/>
                <a:ext cx="38795" cy="49044"/>
              </a:xfrm>
              <a:custGeom>
                <a:avLst/>
                <a:gdLst>
                  <a:gd name="connsiteX0" fmla="*/ 10868 w 38795"/>
                  <a:gd name="connsiteY0" fmla="*/ 49045 h 49044"/>
                  <a:gd name="connsiteX1" fmla="*/ 38796 w 38795"/>
                  <a:gd name="connsiteY1" fmla="*/ 13757 h 49044"/>
                  <a:gd name="connsiteX2" fmla="*/ 38796 w 38795"/>
                  <a:gd name="connsiteY2" fmla="*/ 0 h 49044"/>
                  <a:gd name="connsiteX3" fmla="*/ 0 w 38795"/>
                  <a:gd name="connsiteY3" fmla="*/ 49045 h 49044"/>
                  <a:gd name="connsiteX4" fmla="*/ 10868 w 38795"/>
                  <a:gd name="connsiteY4" fmla="*/ 49045 h 49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795" h="49044">
                    <a:moveTo>
                      <a:pt x="10868" y="49045"/>
                    </a:moveTo>
                    <a:lnTo>
                      <a:pt x="38796" y="13757"/>
                    </a:lnTo>
                    <a:lnTo>
                      <a:pt x="38796" y="0"/>
                    </a:lnTo>
                    <a:lnTo>
                      <a:pt x="0" y="49045"/>
                    </a:lnTo>
                    <a:lnTo>
                      <a:pt x="10868" y="4904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7" name="자유형: 도형 1404">
                <a:extLst>
                  <a:ext uri="{FF2B5EF4-FFF2-40B4-BE49-F238E27FC236}">
                    <a16:creationId xmlns:a16="http://schemas.microsoft.com/office/drawing/2014/main" id="{1FDD92D5-2CFB-8712-434A-73868EA56036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38245" cy="48288"/>
              </a:xfrm>
              <a:custGeom>
                <a:avLst/>
                <a:gdLst>
                  <a:gd name="connsiteX0" fmla="*/ 27308 w 38245"/>
                  <a:gd name="connsiteY0" fmla="*/ 0 h 48288"/>
                  <a:gd name="connsiteX1" fmla="*/ 0 w 38245"/>
                  <a:gd name="connsiteY1" fmla="*/ 34531 h 48288"/>
                  <a:gd name="connsiteX2" fmla="*/ 0 w 38245"/>
                  <a:gd name="connsiteY2" fmla="*/ 48288 h 48288"/>
                  <a:gd name="connsiteX3" fmla="*/ 38246 w 38245"/>
                  <a:gd name="connsiteY3" fmla="*/ 0 h 48288"/>
                  <a:gd name="connsiteX4" fmla="*/ 27308 w 38245"/>
                  <a:gd name="connsiteY4" fmla="*/ 0 h 4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45" h="48288">
                    <a:moveTo>
                      <a:pt x="27308" y="0"/>
                    </a:moveTo>
                    <a:lnTo>
                      <a:pt x="0" y="34531"/>
                    </a:lnTo>
                    <a:lnTo>
                      <a:pt x="0" y="48288"/>
                    </a:lnTo>
                    <a:lnTo>
                      <a:pt x="38246" y="0"/>
                    </a:lnTo>
                    <a:lnTo>
                      <a:pt x="27308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8" name="자유형: 도형 1405">
                <a:extLst>
                  <a:ext uri="{FF2B5EF4-FFF2-40B4-BE49-F238E27FC236}">
                    <a16:creationId xmlns:a16="http://schemas.microsoft.com/office/drawing/2014/main" id="{1F9EB2B5-B101-E0B7-B164-9B0DC2BF2CD3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72638" cy="100359"/>
              </a:xfrm>
              <a:custGeom>
                <a:avLst/>
                <a:gdLst>
                  <a:gd name="connsiteX0" fmla="*/ 72639 w 72638"/>
                  <a:gd name="connsiteY0" fmla="*/ 0 h 100359"/>
                  <a:gd name="connsiteX1" fmla="*/ 68443 w 72638"/>
                  <a:gd name="connsiteY1" fmla="*/ 0 h 100359"/>
                  <a:gd name="connsiteX2" fmla="*/ 0 w 72638"/>
                  <a:gd name="connsiteY2" fmla="*/ 86533 h 100359"/>
                  <a:gd name="connsiteX3" fmla="*/ 0 w 72638"/>
                  <a:gd name="connsiteY3" fmla="*/ 100359 h 100359"/>
                  <a:gd name="connsiteX4" fmla="*/ 72639 w 72638"/>
                  <a:gd name="connsiteY4" fmla="*/ 8529 h 100359"/>
                  <a:gd name="connsiteX5" fmla="*/ 72639 w 72638"/>
                  <a:gd name="connsiteY5" fmla="*/ 0 h 100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638" h="100359">
                    <a:moveTo>
                      <a:pt x="72639" y="0"/>
                    </a:moveTo>
                    <a:lnTo>
                      <a:pt x="68443" y="0"/>
                    </a:lnTo>
                    <a:lnTo>
                      <a:pt x="0" y="86533"/>
                    </a:lnTo>
                    <a:lnTo>
                      <a:pt x="0" y="100359"/>
                    </a:lnTo>
                    <a:lnTo>
                      <a:pt x="72639" y="8529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85" name="그래픽 2">
              <a:extLst>
                <a:ext uri="{FF2B5EF4-FFF2-40B4-BE49-F238E27FC236}">
                  <a16:creationId xmlns:a16="http://schemas.microsoft.com/office/drawing/2014/main" id="{CFBB6E23-1BEA-36F7-1396-0129660F8D08}"/>
                </a:ext>
              </a:extLst>
            </p:cNvPr>
            <p:cNvGrpSpPr/>
            <p:nvPr/>
          </p:nvGrpSpPr>
          <p:grpSpPr>
            <a:xfrm>
              <a:off x="7530622" y="3057346"/>
              <a:ext cx="72638" cy="199893"/>
              <a:chOff x="8242320" y="4641614"/>
              <a:chExt cx="72638" cy="199893"/>
            </a:xfrm>
            <a:solidFill>
              <a:srgbClr val="97A6D5"/>
            </a:solidFill>
          </p:grpSpPr>
          <p:sp>
            <p:nvSpPr>
              <p:cNvPr id="86" name="자유형: 도형 1407">
                <a:extLst>
                  <a:ext uri="{FF2B5EF4-FFF2-40B4-BE49-F238E27FC236}">
                    <a16:creationId xmlns:a16="http://schemas.microsoft.com/office/drawing/2014/main" id="{7DCA2AF3-F07F-4316-E204-750A1FAF54A2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13619" cy="17196"/>
              </a:xfrm>
              <a:custGeom>
                <a:avLst/>
                <a:gdLst>
                  <a:gd name="connsiteX0" fmla="*/ 10800 w 13619"/>
                  <a:gd name="connsiteY0" fmla="*/ 0 h 17196"/>
                  <a:gd name="connsiteX1" fmla="*/ 0 w 13619"/>
                  <a:gd name="connsiteY1" fmla="*/ 13620 h 17196"/>
                  <a:gd name="connsiteX2" fmla="*/ 0 w 13619"/>
                  <a:gd name="connsiteY2" fmla="*/ 17197 h 17196"/>
                  <a:gd name="connsiteX3" fmla="*/ 13620 w 13619"/>
                  <a:gd name="connsiteY3" fmla="*/ 0 h 17196"/>
                  <a:gd name="connsiteX4" fmla="*/ 10800 w 13619"/>
                  <a:gd name="connsiteY4" fmla="*/ 0 h 17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19" h="17196">
                    <a:moveTo>
                      <a:pt x="10800" y="0"/>
                    </a:moveTo>
                    <a:lnTo>
                      <a:pt x="0" y="13620"/>
                    </a:lnTo>
                    <a:lnTo>
                      <a:pt x="0" y="17197"/>
                    </a:lnTo>
                    <a:lnTo>
                      <a:pt x="13620" y="0"/>
                    </a:lnTo>
                    <a:lnTo>
                      <a:pt x="1080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7" name="자유형: 도형 1408">
                <a:extLst>
                  <a:ext uri="{FF2B5EF4-FFF2-40B4-BE49-F238E27FC236}">
                    <a16:creationId xmlns:a16="http://schemas.microsoft.com/office/drawing/2014/main" id="{B3764862-FF9F-879E-D6D3-AFF4F2633A14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27307" cy="34530"/>
              </a:xfrm>
              <a:custGeom>
                <a:avLst/>
                <a:gdLst>
                  <a:gd name="connsiteX0" fmla="*/ 24488 w 27307"/>
                  <a:gd name="connsiteY0" fmla="*/ 0 h 34530"/>
                  <a:gd name="connsiteX1" fmla="*/ 0 w 27307"/>
                  <a:gd name="connsiteY1" fmla="*/ 30954 h 34530"/>
                  <a:gd name="connsiteX2" fmla="*/ 0 w 27307"/>
                  <a:gd name="connsiteY2" fmla="*/ 34531 h 34530"/>
                  <a:gd name="connsiteX3" fmla="*/ 27308 w 27307"/>
                  <a:gd name="connsiteY3" fmla="*/ 0 h 34530"/>
                  <a:gd name="connsiteX4" fmla="*/ 24488 w 27307"/>
                  <a:gd name="connsiteY4" fmla="*/ 0 h 34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307" h="34530">
                    <a:moveTo>
                      <a:pt x="24488" y="0"/>
                    </a:moveTo>
                    <a:lnTo>
                      <a:pt x="0" y="30954"/>
                    </a:lnTo>
                    <a:lnTo>
                      <a:pt x="0" y="34531"/>
                    </a:lnTo>
                    <a:lnTo>
                      <a:pt x="27308" y="0"/>
                    </a:lnTo>
                    <a:lnTo>
                      <a:pt x="24488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8" name="자유형: 도형 1409">
                <a:extLst>
                  <a:ext uri="{FF2B5EF4-FFF2-40B4-BE49-F238E27FC236}">
                    <a16:creationId xmlns:a16="http://schemas.microsoft.com/office/drawing/2014/main" id="{58557071-3B56-E380-F0A5-17E8E93C2135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40997" cy="51864"/>
              </a:xfrm>
              <a:custGeom>
                <a:avLst/>
                <a:gdLst>
                  <a:gd name="connsiteX0" fmla="*/ 38246 w 40997"/>
                  <a:gd name="connsiteY0" fmla="*/ 0 h 51864"/>
                  <a:gd name="connsiteX1" fmla="*/ 0 w 40997"/>
                  <a:gd name="connsiteY1" fmla="*/ 48288 h 51864"/>
                  <a:gd name="connsiteX2" fmla="*/ 0 w 40997"/>
                  <a:gd name="connsiteY2" fmla="*/ 51865 h 51864"/>
                  <a:gd name="connsiteX3" fmla="*/ 40997 w 40997"/>
                  <a:gd name="connsiteY3" fmla="*/ 0 h 51864"/>
                  <a:gd name="connsiteX4" fmla="*/ 38246 w 40997"/>
                  <a:gd name="connsiteY4" fmla="*/ 0 h 51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97" h="51864">
                    <a:moveTo>
                      <a:pt x="38246" y="0"/>
                    </a:moveTo>
                    <a:lnTo>
                      <a:pt x="0" y="48288"/>
                    </a:lnTo>
                    <a:lnTo>
                      <a:pt x="0" y="51865"/>
                    </a:lnTo>
                    <a:lnTo>
                      <a:pt x="40997" y="0"/>
                    </a:lnTo>
                    <a:lnTo>
                      <a:pt x="38246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9" name="자유형: 도형 1410">
                <a:extLst>
                  <a:ext uri="{FF2B5EF4-FFF2-40B4-BE49-F238E27FC236}">
                    <a16:creationId xmlns:a16="http://schemas.microsoft.com/office/drawing/2014/main" id="{7F971ED3-F3E1-3E9D-B81A-67D4651346F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54754" cy="69199"/>
              </a:xfrm>
              <a:custGeom>
                <a:avLst/>
                <a:gdLst>
                  <a:gd name="connsiteX0" fmla="*/ 51934 w 54754"/>
                  <a:gd name="connsiteY0" fmla="*/ 0 h 69199"/>
                  <a:gd name="connsiteX1" fmla="*/ 0 w 54754"/>
                  <a:gd name="connsiteY1" fmla="*/ 65691 h 69199"/>
                  <a:gd name="connsiteX2" fmla="*/ 0 w 54754"/>
                  <a:gd name="connsiteY2" fmla="*/ 69199 h 69199"/>
                  <a:gd name="connsiteX3" fmla="*/ 54755 w 54754"/>
                  <a:gd name="connsiteY3" fmla="*/ 0 h 69199"/>
                  <a:gd name="connsiteX4" fmla="*/ 51934 w 54754"/>
                  <a:gd name="connsiteY4" fmla="*/ 0 h 69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54" h="69199">
                    <a:moveTo>
                      <a:pt x="51934" y="0"/>
                    </a:moveTo>
                    <a:lnTo>
                      <a:pt x="0" y="65691"/>
                    </a:lnTo>
                    <a:lnTo>
                      <a:pt x="0" y="69199"/>
                    </a:lnTo>
                    <a:lnTo>
                      <a:pt x="54755" y="0"/>
                    </a:lnTo>
                    <a:lnTo>
                      <a:pt x="5193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0" name="자유형: 도형 1411">
                <a:extLst>
                  <a:ext uri="{FF2B5EF4-FFF2-40B4-BE49-F238E27FC236}">
                    <a16:creationId xmlns:a16="http://schemas.microsoft.com/office/drawing/2014/main" id="{0AB6855F-20E8-EE72-5D89-1217D72D25F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68442" cy="86533"/>
              </a:xfrm>
              <a:custGeom>
                <a:avLst/>
                <a:gdLst>
                  <a:gd name="connsiteX0" fmla="*/ 65622 w 68442"/>
                  <a:gd name="connsiteY0" fmla="*/ 0 h 86533"/>
                  <a:gd name="connsiteX1" fmla="*/ 0 w 68442"/>
                  <a:gd name="connsiteY1" fmla="*/ 83025 h 86533"/>
                  <a:gd name="connsiteX2" fmla="*/ 0 w 68442"/>
                  <a:gd name="connsiteY2" fmla="*/ 86533 h 86533"/>
                  <a:gd name="connsiteX3" fmla="*/ 68443 w 68442"/>
                  <a:gd name="connsiteY3" fmla="*/ 0 h 86533"/>
                  <a:gd name="connsiteX4" fmla="*/ 65622 w 68442"/>
                  <a:gd name="connsiteY4" fmla="*/ 0 h 86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42" h="86533">
                    <a:moveTo>
                      <a:pt x="65622" y="0"/>
                    </a:moveTo>
                    <a:lnTo>
                      <a:pt x="0" y="83025"/>
                    </a:lnTo>
                    <a:lnTo>
                      <a:pt x="0" y="86533"/>
                    </a:lnTo>
                    <a:lnTo>
                      <a:pt x="68443" y="0"/>
                    </a:lnTo>
                    <a:lnTo>
                      <a:pt x="65622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1" name="자유형: 도형 1412">
                <a:extLst>
                  <a:ext uri="{FF2B5EF4-FFF2-40B4-BE49-F238E27FC236}">
                    <a16:creationId xmlns:a16="http://schemas.microsoft.com/office/drawing/2014/main" id="{DF7A1F09-C11E-20F4-2705-A0527E03FB01}"/>
                  </a:ext>
                </a:extLst>
              </p:cNvPr>
              <p:cNvSpPr/>
              <p:nvPr/>
            </p:nvSpPr>
            <p:spPr>
              <a:xfrm>
                <a:off x="8242320" y="4650143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2" name="자유형: 도형 1413">
                <a:extLst>
                  <a:ext uri="{FF2B5EF4-FFF2-40B4-BE49-F238E27FC236}">
                    <a16:creationId xmlns:a16="http://schemas.microsoft.com/office/drawing/2014/main" id="{0A24AC81-D93B-D1ED-360E-1EE791C39ACB}"/>
                  </a:ext>
                </a:extLst>
              </p:cNvPr>
              <p:cNvSpPr/>
              <p:nvPr/>
            </p:nvSpPr>
            <p:spPr>
              <a:xfrm>
                <a:off x="8242320" y="4667478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3" name="자유형: 도형 1414">
                <a:extLst>
                  <a:ext uri="{FF2B5EF4-FFF2-40B4-BE49-F238E27FC236}">
                    <a16:creationId xmlns:a16="http://schemas.microsoft.com/office/drawing/2014/main" id="{B0255FA7-1A13-CAEE-969A-86E79CB0D2CE}"/>
                  </a:ext>
                </a:extLst>
              </p:cNvPr>
              <p:cNvSpPr/>
              <p:nvPr/>
            </p:nvSpPr>
            <p:spPr>
              <a:xfrm>
                <a:off x="8242320" y="4684812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4" name="자유형: 도형 1415">
                <a:extLst>
                  <a:ext uri="{FF2B5EF4-FFF2-40B4-BE49-F238E27FC236}">
                    <a16:creationId xmlns:a16="http://schemas.microsoft.com/office/drawing/2014/main" id="{CE9F8F20-8042-EBCC-CB1E-2B1EB1A7F6B1}"/>
                  </a:ext>
                </a:extLst>
              </p:cNvPr>
              <p:cNvSpPr/>
              <p:nvPr/>
            </p:nvSpPr>
            <p:spPr>
              <a:xfrm>
                <a:off x="8242320" y="4702146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5" name="자유형: 도형 1416">
                <a:extLst>
                  <a:ext uri="{FF2B5EF4-FFF2-40B4-BE49-F238E27FC236}">
                    <a16:creationId xmlns:a16="http://schemas.microsoft.com/office/drawing/2014/main" id="{7ACCD98B-2432-0DD7-E5B7-EC80E050ED8C}"/>
                  </a:ext>
                </a:extLst>
              </p:cNvPr>
              <p:cNvSpPr/>
              <p:nvPr/>
            </p:nvSpPr>
            <p:spPr>
              <a:xfrm>
                <a:off x="8242320" y="4719549"/>
                <a:ext cx="72638" cy="95337"/>
              </a:xfrm>
              <a:custGeom>
                <a:avLst/>
                <a:gdLst>
                  <a:gd name="connsiteX0" fmla="*/ 72639 w 72638"/>
                  <a:gd name="connsiteY0" fmla="*/ 0 h 95337"/>
                  <a:gd name="connsiteX1" fmla="*/ 0 w 72638"/>
                  <a:gd name="connsiteY1" fmla="*/ 91830 h 95337"/>
                  <a:gd name="connsiteX2" fmla="*/ 0 w 72638"/>
                  <a:gd name="connsiteY2" fmla="*/ 95338 h 95337"/>
                  <a:gd name="connsiteX3" fmla="*/ 72639 w 72638"/>
                  <a:gd name="connsiteY3" fmla="*/ 3508 h 95337"/>
                  <a:gd name="connsiteX4" fmla="*/ 72639 w 72638"/>
                  <a:gd name="connsiteY4" fmla="*/ 0 h 9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337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338"/>
                    </a:lnTo>
                    <a:lnTo>
                      <a:pt x="72639" y="3508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6" name="자유형: 도형 1417">
                <a:extLst>
                  <a:ext uri="{FF2B5EF4-FFF2-40B4-BE49-F238E27FC236}">
                    <a16:creationId xmlns:a16="http://schemas.microsoft.com/office/drawing/2014/main" id="{7F220C64-18B0-55D3-A0A9-5AA68FCD3D09}"/>
                  </a:ext>
                </a:extLst>
              </p:cNvPr>
              <p:cNvSpPr/>
              <p:nvPr/>
            </p:nvSpPr>
            <p:spPr>
              <a:xfrm>
                <a:off x="8242320" y="4736883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7" name="자유형: 도형 1418">
                <a:extLst>
                  <a:ext uri="{FF2B5EF4-FFF2-40B4-BE49-F238E27FC236}">
                    <a16:creationId xmlns:a16="http://schemas.microsoft.com/office/drawing/2014/main" id="{79B01721-E8E3-9335-7D40-9C1F3A41840B}"/>
                  </a:ext>
                </a:extLst>
              </p:cNvPr>
              <p:cNvSpPr/>
              <p:nvPr/>
            </p:nvSpPr>
            <p:spPr>
              <a:xfrm>
                <a:off x="8245897" y="4754217"/>
                <a:ext cx="69061" cy="87289"/>
              </a:xfrm>
              <a:custGeom>
                <a:avLst/>
                <a:gdLst>
                  <a:gd name="connsiteX0" fmla="*/ 2820 w 69061"/>
                  <a:gd name="connsiteY0" fmla="*/ 87290 h 87289"/>
                  <a:gd name="connsiteX1" fmla="*/ 69062 w 69061"/>
                  <a:gd name="connsiteY1" fmla="*/ 3577 h 87289"/>
                  <a:gd name="connsiteX2" fmla="*/ 69062 w 69061"/>
                  <a:gd name="connsiteY2" fmla="*/ 0 h 87289"/>
                  <a:gd name="connsiteX3" fmla="*/ 0 w 69061"/>
                  <a:gd name="connsiteY3" fmla="*/ 87290 h 87289"/>
                  <a:gd name="connsiteX4" fmla="*/ 2820 w 69061"/>
                  <a:gd name="connsiteY4" fmla="*/ 87290 h 87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061" h="87289">
                    <a:moveTo>
                      <a:pt x="2820" y="87290"/>
                    </a:moveTo>
                    <a:lnTo>
                      <a:pt x="69062" y="3577"/>
                    </a:lnTo>
                    <a:lnTo>
                      <a:pt x="69062" y="0"/>
                    </a:lnTo>
                    <a:lnTo>
                      <a:pt x="0" y="87290"/>
                    </a:lnTo>
                    <a:lnTo>
                      <a:pt x="2820" y="8729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8" name="자유형: 도형 1419">
                <a:extLst>
                  <a:ext uri="{FF2B5EF4-FFF2-40B4-BE49-F238E27FC236}">
                    <a16:creationId xmlns:a16="http://schemas.microsoft.com/office/drawing/2014/main" id="{62FD51FE-5476-892B-B66E-5350AFAFFCEB}"/>
                  </a:ext>
                </a:extLst>
              </p:cNvPr>
              <p:cNvSpPr/>
              <p:nvPr/>
            </p:nvSpPr>
            <p:spPr>
              <a:xfrm>
                <a:off x="8259585" y="4771552"/>
                <a:ext cx="55373" cy="69955"/>
              </a:xfrm>
              <a:custGeom>
                <a:avLst/>
                <a:gdLst>
                  <a:gd name="connsiteX0" fmla="*/ 2820 w 55373"/>
                  <a:gd name="connsiteY0" fmla="*/ 69956 h 69955"/>
                  <a:gd name="connsiteX1" fmla="*/ 55373 w 55373"/>
                  <a:gd name="connsiteY1" fmla="*/ 3577 h 69955"/>
                  <a:gd name="connsiteX2" fmla="*/ 55373 w 55373"/>
                  <a:gd name="connsiteY2" fmla="*/ 0 h 69955"/>
                  <a:gd name="connsiteX3" fmla="*/ 0 w 55373"/>
                  <a:gd name="connsiteY3" fmla="*/ 69956 h 69955"/>
                  <a:gd name="connsiteX4" fmla="*/ 2820 w 55373"/>
                  <a:gd name="connsiteY4" fmla="*/ 69956 h 6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373" h="69955">
                    <a:moveTo>
                      <a:pt x="2820" y="69956"/>
                    </a:moveTo>
                    <a:lnTo>
                      <a:pt x="55373" y="3577"/>
                    </a:lnTo>
                    <a:lnTo>
                      <a:pt x="55373" y="0"/>
                    </a:lnTo>
                    <a:lnTo>
                      <a:pt x="0" y="69956"/>
                    </a:lnTo>
                    <a:lnTo>
                      <a:pt x="2820" y="6995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9" name="자유형: 도형 1420">
                <a:extLst>
                  <a:ext uri="{FF2B5EF4-FFF2-40B4-BE49-F238E27FC236}">
                    <a16:creationId xmlns:a16="http://schemas.microsoft.com/office/drawing/2014/main" id="{CB286FE6-B66B-31B8-AE69-A4F1FFD70CF4}"/>
                  </a:ext>
                </a:extLst>
              </p:cNvPr>
              <p:cNvSpPr/>
              <p:nvPr/>
            </p:nvSpPr>
            <p:spPr>
              <a:xfrm>
                <a:off x="8273343" y="4788886"/>
                <a:ext cx="41616" cy="52621"/>
              </a:xfrm>
              <a:custGeom>
                <a:avLst/>
                <a:gdLst>
                  <a:gd name="connsiteX0" fmla="*/ 2820 w 41616"/>
                  <a:gd name="connsiteY0" fmla="*/ 52621 h 52621"/>
                  <a:gd name="connsiteX1" fmla="*/ 41616 w 41616"/>
                  <a:gd name="connsiteY1" fmla="*/ 3577 h 52621"/>
                  <a:gd name="connsiteX2" fmla="*/ 41616 w 41616"/>
                  <a:gd name="connsiteY2" fmla="*/ 0 h 52621"/>
                  <a:gd name="connsiteX3" fmla="*/ 0 w 41616"/>
                  <a:gd name="connsiteY3" fmla="*/ 52621 h 52621"/>
                  <a:gd name="connsiteX4" fmla="*/ 2820 w 41616"/>
                  <a:gd name="connsiteY4" fmla="*/ 52621 h 52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16" h="52621">
                    <a:moveTo>
                      <a:pt x="2820" y="52621"/>
                    </a:moveTo>
                    <a:lnTo>
                      <a:pt x="41616" y="3577"/>
                    </a:lnTo>
                    <a:lnTo>
                      <a:pt x="41616" y="0"/>
                    </a:lnTo>
                    <a:lnTo>
                      <a:pt x="0" y="52621"/>
                    </a:lnTo>
                    <a:lnTo>
                      <a:pt x="2820" y="5262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0" name="자유형: 도형 1421">
                <a:extLst>
                  <a:ext uri="{FF2B5EF4-FFF2-40B4-BE49-F238E27FC236}">
                    <a16:creationId xmlns:a16="http://schemas.microsoft.com/office/drawing/2014/main" id="{D6371F51-E4FB-6BBC-DE39-9CB67C6AA5D4}"/>
                  </a:ext>
                </a:extLst>
              </p:cNvPr>
              <p:cNvSpPr/>
              <p:nvPr/>
            </p:nvSpPr>
            <p:spPr>
              <a:xfrm>
                <a:off x="8287031" y="4806220"/>
                <a:ext cx="27927" cy="35287"/>
              </a:xfrm>
              <a:custGeom>
                <a:avLst/>
                <a:gdLst>
                  <a:gd name="connsiteX0" fmla="*/ 2820 w 27927"/>
                  <a:gd name="connsiteY0" fmla="*/ 35287 h 35287"/>
                  <a:gd name="connsiteX1" fmla="*/ 27928 w 27927"/>
                  <a:gd name="connsiteY1" fmla="*/ 3577 h 35287"/>
                  <a:gd name="connsiteX2" fmla="*/ 27928 w 27927"/>
                  <a:gd name="connsiteY2" fmla="*/ 0 h 35287"/>
                  <a:gd name="connsiteX3" fmla="*/ 0 w 27927"/>
                  <a:gd name="connsiteY3" fmla="*/ 35287 h 35287"/>
                  <a:gd name="connsiteX4" fmla="*/ 2820 w 27927"/>
                  <a:gd name="connsiteY4" fmla="*/ 35287 h 3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927" h="35287">
                    <a:moveTo>
                      <a:pt x="2820" y="35287"/>
                    </a:moveTo>
                    <a:lnTo>
                      <a:pt x="27928" y="3577"/>
                    </a:lnTo>
                    <a:lnTo>
                      <a:pt x="27928" y="0"/>
                    </a:lnTo>
                    <a:lnTo>
                      <a:pt x="0" y="35287"/>
                    </a:lnTo>
                    <a:lnTo>
                      <a:pt x="2820" y="3528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1" name="자유형: 도형 1422">
                <a:extLst>
                  <a:ext uri="{FF2B5EF4-FFF2-40B4-BE49-F238E27FC236}">
                    <a16:creationId xmlns:a16="http://schemas.microsoft.com/office/drawing/2014/main" id="{CAD5067A-008A-A83D-A5D7-BF77789F9743}"/>
                  </a:ext>
                </a:extLst>
              </p:cNvPr>
              <p:cNvSpPr/>
              <p:nvPr/>
            </p:nvSpPr>
            <p:spPr>
              <a:xfrm>
                <a:off x="8300788" y="4823623"/>
                <a:ext cx="14170" cy="17884"/>
              </a:xfrm>
              <a:custGeom>
                <a:avLst/>
                <a:gdLst>
                  <a:gd name="connsiteX0" fmla="*/ 2820 w 14170"/>
                  <a:gd name="connsiteY0" fmla="*/ 17884 h 17884"/>
                  <a:gd name="connsiteX1" fmla="*/ 14170 w 14170"/>
                  <a:gd name="connsiteY1" fmla="*/ 3577 h 17884"/>
                  <a:gd name="connsiteX2" fmla="*/ 14170 w 14170"/>
                  <a:gd name="connsiteY2" fmla="*/ 0 h 17884"/>
                  <a:gd name="connsiteX3" fmla="*/ 0 w 14170"/>
                  <a:gd name="connsiteY3" fmla="*/ 17884 h 17884"/>
                  <a:gd name="connsiteX4" fmla="*/ 2820 w 14170"/>
                  <a:gd name="connsiteY4" fmla="*/ 17884 h 17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70" h="17884">
                    <a:moveTo>
                      <a:pt x="2820" y="17884"/>
                    </a:moveTo>
                    <a:lnTo>
                      <a:pt x="14170" y="3577"/>
                    </a:lnTo>
                    <a:lnTo>
                      <a:pt x="14170" y="0"/>
                    </a:lnTo>
                    <a:lnTo>
                      <a:pt x="0" y="17884"/>
                    </a:lnTo>
                    <a:lnTo>
                      <a:pt x="2820" y="178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</p:grpSp>
      <p:sp>
        <p:nvSpPr>
          <p:cNvPr id="122" name="제목 1">
            <a:extLst>
              <a:ext uri="{FF2B5EF4-FFF2-40B4-BE49-F238E27FC236}">
                <a16:creationId xmlns:a16="http://schemas.microsoft.com/office/drawing/2014/main" id="{C4915CEA-E490-4BA4-814E-BCCB6882F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552" y="1052736"/>
            <a:ext cx="8517179" cy="286232"/>
          </a:xfrm>
        </p:spPr>
        <p:txBody>
          <a:bodyPr wrap="square" lIns="36000" rIns="0" anchor="ctr">
            <a:spAutoFit/>
          </a:bodyPr>
          <a:lstStyle>
            <a:lvl1pPr>
              <a:defRPr sz="1400" b="0" spc="-80" baseline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0"/>
                </a:gra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757397-637E-24F9-7973-58A17601FD66}"/>
              </a:ext>
            </a:extLst>
          </p:cNvPr>
          <p:cNvSpPr txBox="1"/>
          <p:nvPr userDrawn="1"/>
        </p:nvSpPr>
        <p:spPr>
          <a:xfrm>
            <a:off x="8676474" y="144000"/>
            <a:ext cx="1014726" cy="25712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none" lIns="18000" tIns="10800" rIns="36000" bIns="0" rtlCol="0" anchor="t">
            <a:spAutoFit/>
          </a:bodyPr>
          <a:lstStyle/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고객사명</a:t>
            </a:r>
            <a: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_</a:t>
            </a:r>
            <a:r>
              <a:rPr lang="ko-KR" altLang="en-US" sz="800" spc="0" baseline="0" dirty="0" err="1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과정명</a:t>
            </a:r>
            <a:b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</a:b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과정운영 결과보고서</a:t>
            </a:r>
          </a:p>
        </p:txBody>
      </p:sp>
    </p:spTree>
    <p:extLst>
      <p:ext uri="{BB962C8B-B14F-4D97-AF65-F5344CB8AC3E}">
        <p14:creationId xmlns:p14="http://schemas.microsoft.com/office/powerpoint/2010/main" val="1751540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002">
          <p15:clr>
            <a:srgbClr val="9FCC3B"/>
          </p15:clr>
        </p15:guide>
        <p15:guide id="3" pos="3120">
          <p15:clr>
            <a:srgbClr val="FBAE40"/>
          </p15:clr>
        </p15:guide>
        <p15:guide id="4" pos="203">
          <p15:clr>
            <a:srgbClr val="9FCC3B"/>
          </p15:clr>
        </p15:guide>
        <p15:guide id="5" pos="6036">
          <p15:clr>
            <a:srgbClr val="9FCC3B"/>
          </p15:clr>
        </p15:guide>
        <p15:guide id="6" orient="horz" pos="735">
          <p15:clr>
            <a:srgbClr val="9FCC3B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캡션 없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ED2E497-DC81-4DB8-B1A5-BFC4C9FD87AD}"/>
              </a:ext>
            </a:extLst>
          </p:cNvPr>
          <p:cNvSpPr txBox="1"/>
          <p:nvPr userDrawn="1"/>
        </p:nvSpPr>
        <p:spPr>
          <a:xfrm>
            <a:off x="4657887" y="6552000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algn="ctr" defTabSz="457200" rtl="0" eaLnBrk="1" latinLnBrk="0" hangingPunct="1"/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 </a:t>
            </a:r>
            <a:fld id="{FE956E00-98D8-4B71-9451-472125E19CED}" type="slidenum">
              <a:rPr lang="ko-KR" altLang="en-US" sz="800" kern="1200" spc="0" smtClean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marL="0" algn="ctr" defTabSz="457200" rtl="0" eaLnBrk="1" latinLnBrk="0" hangingPunct="1"/>
              <a:t>‹#›</a:t>
            </a:fld>
            <a:r>
              <a:rPr lang="ko-KR" altLang="en-US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r>
              <a:rPr lang="en-US" altLang="ko-KR" sz="800" kern="1200" spc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-</a:t>
            </a:r>
            <a:endParaRPr lang="ko-KR" altLang="en-US" sz="800" kern="1200" spc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0"/>
              </a:gra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0" y="6498000"/>
            <a:ext cx="9907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287917" y="593044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08375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12" name="모서리가 둥근 직사각형 11"/>
          <p:cNvSpPr/>
          <p:nvPr userDrawn="1"/>
        </p:nvSpPr>
        <p:spPr>
          <a:xfrm>
            <a:off x="7781753" y="593044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7708936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14" name="모서리가 둥근 직사각형 13"/>
          <p:cNvSpPr/>
          <p:nvPr userDrawn="1"/>
        </p:nvSpPr>
        <p:spPr>
          <a:xfrm>
            <a:off x="8275589" y="592737"/>
            <a:ext cx="414294" cy="24299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22" name="모서리가 둥근 직사각형 21"/>
          <p:cNvSpPr/>
          <p:nvPr userDrawn="1"/>
        </p:nvSpPr>
        <p:spPr>
          <a:xfrm>
            <a:off x="8769424" y="592737"/>
            <a:ext cx="414294" cy="242990"/>
          </a:xfrm>
          <a:prstGeom prst="round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bg1"/>
              </a:solidFill>
              <a:latin typeface="나눔스퀘어 네오 Bold" panose="00000800000000000000" pitchFamily="2" charset="-127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8190516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8691077" y="603467"/>
            <a:ext cx="576064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차수</a:t>
            </a:r>
          </a:p>
        </p:txBody>
      </p:sp>
      <p:cxnSp>
        <p:nvCxnSpPr>
          <p:cNvPr id="25" name="직선 연결선 24"/>
          <p:cNvCxnSpPr/>
          <p:nvPr userDrawn="1"/>
        </p:nvCxnSpPr>
        <p:spPr>
          <a:xfrm>
            <a:off x="308484" y="0"/>
            <a:ext cx="0" cy="797983"/>
          </a:xfrm>
          <a:prstGeom prst="line">
            <a:avLst/>
          </a:prstGeom>
          <a:ln w="12700">
            <a:solidFill>
              <a:srgbClr val="1EBC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 userDrawn="1"/>
        </p:nvSpPr>
        <p:spPr>
          <a:xfrm>
            <a:off x="448196" y="372418"/>
            <a:ext cx="163859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700" spc="-20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만족도</a:t>
            </a:r>
            <a:r>
              <a:rPr lang="ko-KR" altLang="en-US" sz="2700" spc="-200" baseline="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결과</a:t>
            </a:r>
            <a:endParaRPr lang="ko-KR" altLang="en-US" sz="2700" dirty="0">
              <a:solidFill>
                <a:srgbClr val="36A86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6" name="사각형: 둥근 모서리 3">
            <a:extLst>
              <a:ext uri="{FF2B5EF4-FFF2-40B4-BE49-F238E27FC236}">
                <a16:creationId xmlns:a16="http://schemas.microsoft.com/office/drawing/2014/main" id="{573C4F1F-DE48-F3D9-D703-2BDCF6DE62A4}"/>
              </a:ext>
            </a:extLst>
          </p:cNvPr>
          <p:cNvSpPr/>
          <p:nvPr userDrawn="1"/>
        </p:nvSpPr>
        <p:spPr>
          <a:xfrm>
            <a:off x="323372" y="961935"/>
            <a:ext cx="9258778" cy="460524"/>
          </a:xfrm>
          <a:prstGeom prst="roundRect">
            <a:avLst>
              <a:gd name="adj" fmla="val 532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192A9789-7DD9-AD6E-6FCD-3FE6B7095308}"/>
              </a:ext>
            </a:extLst>
          </p:cNvPr>
          <p:cNvGrpSpPr/>
          <p:nvPr userDrawn="1"/>
        </p:nvGrpSpPr>
        <p:grpSpPr>
          <a:xfrm>
            <a:off x="488504" y="1045008"/>
            <a:ext cx="263424" cy="289249"/>
            <a:chOff x="7302045" y="2974665"/>
            <a:chExt cx="320750" cy="327629"/>
          </a:xfrm>
        </p:grpSpPr>
        <p:grpSp>
          <p:nvGrpSpPr>
            <p:cNvPr id="78" name="그래픽 2">
              <a:extLst>
                <a:ext uri="{FF2B5EF4-FFF2-40B4-BE49-F238E27FC236}">
                  <a16:creationId xmlns:a16="http://schemas.microsoft.com/office/drawing/2014/main" id="{7C0571AC-B0A6-2D30-B456-86B77067383D}"/>
                </a:ext>
              </a:extLst>
            </p:cNvPr>
            <p:cNvGrpSpPr/>
            <p:nvPr/>
          </p:nvGrpSpPr>
          <p:grpSpPr>
            <a:xfrm>
              <a:off x="7302045" y="2974665"/>
              <a:ext cx="320750" cy="327629"/>
              <a:chOff x="8013743" y="4558933"/>
              <a:chExt cx="320750" cy="327629"/>
            </a:xfrm>
            <a:solidFill>
              <a:srgbClr val="4D4E50"/>
            </a:solidFill>
          </p:grpSpPr>
          <p:sp>
            <p:nvSpPr>
              <p:cNvPr id="114" name="자유형: 도형 1385">
                <a:extLst>
                  <a:ext uri="{FF2B5EF4-FFF2-40B4-BE49-F238E27FC236}">
                    <a16:creationId xmlns:a16="http://schemas.microsoft.com/office/drawing/2014/main" id="{D7D6F45B-4C99-BC76-43EC-E19F1AE71F87}"/>
                  </a:ext>
                </a:extLst>
              </p:cNvPr>
              <p:cNvSpPr/>
              <p:nvPr/>
            </p:nvSpPr>
            <p:spPr>
              <a:xfrm>
                <a:off x="8043872" y="4776023"/>
                <a:ext cx="72913" cy="68580"/>
              </a:xfrm>
              <a:custGeom>
                <a:avLst/>
                <a:gdLst>
                  <a:gd name="connsiteX0" fmla="*/ 0 w 72913"/>
                  <a:gd name="connsiteY0" fmla="*/ 0 h 68580"/>
                  <a:gd name="connsiteX1" fmla="*/ 72913 w 72913"/>
                  <a:gd name="connsiteY1" fmla="*/ 0 h 68580"/>
                  <a:gd name="connsiteX2" fmla="*/ 72913 w 72913"/>
                  <a:gd name="connsiteY2" fmla="*/ 68580 h 68580"/>
                  <a:gd name="connsiteX3" fmla="*/ 0 w 72913"/>
                  <a:gd name="connsiteY3" fmla="*/ 68580 h 68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913" h="68580">
                    <a:moveTo>
                      <a:pt x="0" y="0"/>
                    </a:moveTo>
                    <a:lnTo>
                      <a:pt x="72913" y="0"/>
                    </a:lnTo>
                    <a:lnTo>
                      <a:pt x="72913" y="68580"/>
                    </a:lnTo>
                    <a:lnTo>
                      <a:pt x="0" y="68580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5" name="자유형: 도형 1386">
                <a:extLst>
                  <a:ext uri="{FF2B5EF4-FFF2-40B4-BE49-F238E27FC236}">
                    <a16:creationId xmlns:a16="http://schemas.microsoft.com/office/drawing/2014/main" id="{623EB2C7-CBAC-CAF2-382C-05B79129687D}"/>
                  </a:ext>
                </a:extLst>
              </p:cNvPr>
              <p:cNvSpPr/>
              <p:nvPr/>
            </p:nvSpPr>
            <p:spPr>
              <a:xfrm>
                <a:off x="8142099" y="4713289"/>
                <a:ext cx="72913" cy="131381"/>
              </a:xfrm>
              <a:custGeom>
                <a:avLst/>
                <a:gdLst>
                  <a:gd name="connsiteX0" fmla="*/ 0 w 72913"/>
                  <a:gd name="connsiteY0" fmla="*/ 0 h 131381"/>
                  <a:gd name="connsiteX1" fmla="*/ 72914 w 72913"/>
                  <a:gd name="connsiteY1" fmla="*/ 0 h 131381"/>
                  <a:gd name="connsiteX2" fmla="*/ 72914 w 72913"/>
                  <a:gd name="connsiteY2" fmla="*/ 131382 h 131381"/>
                  <a:gd name="connsiteX3" fmla="*/ 0 w 72913"/>
                  <a:gd name="connsiteY3" fmla="*/ 131382 h 131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913" h="131381">
                    <a:moveTo>
                      <a:pt x="0" y="0"/>
                    </a:moveTo>
                    <a:lnTo>
                      <a:pt x="72914" y="0"/>
                    </a:lnTo>
                    <a:lnTo>
                      <a:pt x="72914" y="131382"/>
                    </a:lnTo>
                    <a:lnTo>
                      <a:pt x="0" y="131382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6" name="자유형: 도형 1387">
                <a:extLst>
                  <a:ext uri="{FF2B5EF4-FFF2-40B4-BE49-F238E27FC236}">
                    <a16:creationId xmlns:a16="http://schemas.microsoft.com/office/drawing/2014/main" id="{6EE5664A-FB3C-346F-4C6A-B168ED7869CD}"/>
                  </a:ext>
                </a:extLst>
              </p:cNvPr>
              <p:cNvSpPr/>
              <p:nvPr/>
            </p:nvSpPr>
            <p:spPr>
              <a:xfrm>
                <a:off x="8013743" y="4558933"/>
                <a:ext cx="320750" cy="327629"/>
              </a:xfrm>
              <a:custGeom>
                <a:avLst/>
                <a:gdLst>
                  <a:gd name="connsiteX0" fmla="*/ 17815 w 320750"/>
                  <a:gd name="connsiteY0" fmla="*/ 0 h 327629"/>
                  <a:gd name="connsiteX1" fmla="*/ 0 w 320750"/>
                  <a:gd name="connsiteY1" fmla="*/ 0 h 327629"/>
                  <a:gd name="connsiteX2" fmla="*/ 0 w 320750"/>
                  <a:gd name="connsiteY2" fmla="*/ 318687 h 327629"/>
                  <a:gd name="connsiteX3" fmla="*/ 2614 w 320750"/>
                  <a:gd name="connsiteY3" fmla="*/ 325016 h 327629"/>
                  <a:gd name="connsiteX4" fmla="*/ 8943 w 320750"/>
                  <a:gd name="connsiteY4" fmla="*/ 327629 h 327629"/>
                  <a:gd name="connsiteX5" fmla="*/ 320751 w 320750"/>
                  <a:gd name="connsiteY5" fmla="*/ 327629 h 327629"/>
                  <a:gd name="connsiteX6" fmla="*/ 320751 w 320750"/>
                  <a:gd name="connsiteY6" fmla="*/ 309814 h 327629"/>
                  <a:gd name="connsiteX7" fmla="*/ 17815 w 320750"/>
                  <a:gd name="connsiteY7" fmla="*/ 309814 h 327629"/>
                  <a:gd name="connsiteX8" fmla="*/ 17815 w 320750"/>
                  <a:gd name="connsiteY8" fmla="*/ 0 h 32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0750" h="327629">
                    <a:moveTo>
                      <a:pt x="17815" y="0"/>
                    </a:moveTo>
                    <a:lnTo>
                      <a:pt x="0" y="0"/>
                    </a:lnTo>
                    <a:lnTo>
                      <a:pt x="0" y="318687"/>
                    </a:lnTo>
                    <a:cubicBezTo>
                      <a:pt x="0" y="321026"/>
                      <a:pt x="963" y="323365"/>
                      <a:pt x="2614" y="325016"/>
                    </a:cubicBezTo>
                    <a:cubicBezTo>
                      <a:pt x="4265" y="326667"/>
                      <a:pt x="6603" y="327629"/>
                      <a:pt x="8943" y="327629"/>
                    </a:cubicBezTo>
                    <a:lnTo>
                      <a:pt x="320751" y="327629"/>
                    </a:lnTo>
                    <a:lnTo>
                      <a:pt x="320751" y="309814"/>
                    </a:lnTo>
                    <a:lnTo>
                      <a:pt x="17815" y="309814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rgbClr val="4D4E5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79" name="그래픽 2">
              <a:extLst>
                <a:ext uri="{FF2B5EF4-FFF2-40B4-BE49-F238E27FC236}">
                  <a16:creationId xmlns:a16="http://schemas.microsoft.com/office/drawing/2014/main" id="{B4E54E5C-747A-57D7-0A6D-407B6CD70407}"/>
                </a:ext>
              </a:extLst>
            </p:cNvPr>
            <p:cNvGrpSpPr/>
            <p:nvPr/>
          </p:nvGrpSpPr>
          <p:grpSpPr>
            <a:xfrm>
              <a:off x="7530622" y="3057346"/>
              <a:ext cx="72638" cy="199893"/>
              <a:chOff x="8242320" y="4641614"/>
              <a:chExt cx="72638" cy="199893"/>
            </a:xfrm>
            <a:solidFill>
              <a:srgbClr val="97A6D5"/>
            </a:solidFill>
          </p:grpSpPr>
          <p:sp>
            <p:nvSpPr>
              <p:cNvPr id="97" name="자유형: 도형 1389">
                <a:extLst>
                  <a:ext uri="{FF2B5EF4-FFF2-40B4-BE49-F238E27FC236}">
                    <a16:creationId xmlns:a16="http://schemas.microsoft.com/office/drawing/2014/main" id="{EE0793DB-6120-1E92-4B49-CD9E0FD1F65D}"/>
                  </a:ext>
                </a:extLst>
              </p:cNvPr>
              <p:cNvSpPr/>
              <p:nvPr/>
            </p:nvSpPr>
            <p:spPr>
              <a:xfrm>
                <a:off x="8262406" y="4775129"/>
                <a:ext cx="52552" cy="66378"/>
              </a:xfrm>
              <a:custGeom>
                <a:avLst/>
                <a:gdLst>
                  <a:gd name="connsiteX0" fmla="*/ 10937 w 52552"/>
                  <a:gd name="connsiteY0" fmla="*/ 66379 h 66378"/>
                  <a:gd name="connsiteX1" fmla="*/ 52553 w 52552"/>
                  <a:gd name="connsiteY1" fmla="*/ 13757 h 66378"/>
                  <a:gd name="connsiteX2" fmla="*/ 52553 w 52552"/>
                  <a:gd name="connsiteY2" fmla="*/ 0 h 66378"/>
                  <a:gd name="connsiteX3" fmla="*/ 0 w 52552"/>
                  <a:gd name="connsiteY3" fmla="*/ 66379 h 66378"/>
                  <a:gd name="connsiteX4" fmla="*/ 10937 w 52552"/>
                  <a:gd name="connsiteY4" fmla="*/ 66379 h 66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52" h="66378">
                    <a:moveTo>
                      <a:pt x="10937" y="66379"/>
                    </a:moveTo>
                    <a:lnTo>
                      <a:pt x="52553" y="13757"/>
                    </a:lnTo>
                    <a:lnTo>
                      <a:pt x="52553" y="0"/>
                    </a:lnTo>
                    <a:lnTo>
                      <a:pt x="0" y="66379"/>
                    </a:lnTo>
                    <a:lnTo>
                      <a:pt x="10937" y="66379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8" name="자유형: 도형 1390">
                <a:extLst>
                  <a:ext uri="{FF2B5EF4-FFF2-40B4-BE49-F238E27FC236}">
                    <a16:creationId xmlns:a16="http://schemas.microsoft.com/office/drawing/2014/main" id="{7DADE468-436E-F8C7-C665-FFA5FEB2B61A}"/>
                  </a:ext>
                </a:extLst>
              </p:cNvPr>
              <p:cNvSpPr/>
              <p:nvPr/>
            </p:nvSpPr>
            <p:spPr>
              <a:xfrm>
                <a:off x="8248718" y="4757794"/>
                <a:ext cx="66241" cy="83712"/>
              </a:xfrm>
              <a:custGeom>
                <a:avLst/>
                <a:gdLst>
                  <a:gd name="connsiteX0" fmla="*/ 10868 w 66241"/>
                  <a:gd name="connsiteY0" fmla="*/ 83713 h 83712"/>
                  <a:gd name="connsiteX1" fmla="*/ 66241 w 66241"/>
                  <a:gd name="connsiteY1" fmla="*/ 13757 h 83712"/>
                  <a:gd name="connsiteX2" fmla="*/ 66241 w 66241"/>
                  <a:gd name="connsiteY2" fmla="*/ 0 h 83712"/>
                  <a:gd name="connsiteX3" fmla="*/ 0 w 66241"/>
                  <a:gd name="connsiteY3" fmla="*/ 83713 h 83712"/>
                  <a:gd name="connsiteX4" fmla="*/ 10868 w 66241"/>
                  <a:gd name="connsiteY4" fmla="*/ 83713 h 83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241" h="83712">
                    <a:moveTo>
                      <a:pt x="10868" y="83713"/>
                    </a:moveTo>
                    <a:lnTo>
                      <a:pt x="66241" y="13757"/>
                    </a:lnTo>
                    <a:lnTo>
                      <a:pt x="66241" y="0"/>
                    </a:lnTo>
                    <a:lnTo>
                      <a:pt x="0" y="83713"/>
                    </a:lnTo>
                    <a:lnTo>
                      <a:pt x="10868" y="83713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9" name="자유형: 도형 1391">
                <a:extLst>
                  <a:ext uri="{FF2B5EF4-FFF2-40B4-BE49-F238E27FC236}">
                    <a16:creationId xmlns:a16="http://schemas.microsoft.com/office/drawing/2014/main" id="{66D7C372-0FF9-0E82-E39D-C3EF5FEB9919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10799" cy="13619"/>
              </a:xfrm>
              <a:custGeom>
                <a:avLst/>
                <a:gdLst>
                  <a:gd name="connsiteX0" fmla="*/ 0 w 10799"/>
                  <a:gd name="connsiteY0" fmla="*/ 0 h 13619"/>
                  <a:gd name="connsiteX1" fmla="*/ 0 w 10799"/>
                  <a:gd name="connsiteY1" fmla="*/ 13620 h 13619"/>
                  <a:gd name="connsiteX2" fmla="*/ 10800 w 10799"/>
                  <a:gd name="connsiteY2" fmla="*/ 0 h 13619"/>
                  <a:gd name="connsiteX3" fmla="*/ 0 w 10799"/>
                  <a:gd name="connsiteY3" fmla="*/ 0 h 13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99" h="13619">
                    <a:moveTo>
                      <a:pt x="0" y="0"/>
                    </a:moveTo>
                    <a:lnTo>
                      <a:pt x="0" y="13620"/>
                    </a:lnTo>
                    <a:lnTo>
                      <a:pt x="108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0" name="자유형: 도형 1392">
                <a:extLst>
                  <a:ext uri="{FF2B5EF4-FFF2-40B4-BE49-F238E27FC236}">
                    <a16:creationId xmlns:a16="http://schemas.microsoft.com/office/drawing/2014/main" id="{F1E1B843-9F34-5AEB-ACCE-3E69A3F6BE57}"/>
                  </a:ext>
                </a:extLst>
              </p:cNvPr>
              <p:cNvSpPr/>
              <p:nvPr/>
            </p:nvSpPr>
            <p:spPr>
              <a:xfrm>
                <a:off x="8242320" y="4671055"/>
                <a:ext cx="72638" cy="105586"/>
              </a:xfrm>
              <a:custGeom>
                <a:avLst/>
                <a:gdLst>
                  <a:gd name="connsiteX0" fmla="*/ 72639 w 72638"/>
                  <a:gd name="connsiteY0" fmla="*/ 0 h 105586"/>
                  <a:gd name="connsiteX1" fmla="*/ 0 w 72638"/>
                  <a:gd name="connsiteY1" fmla="*/ 91830 h 105586"/>
                  <a:gd name="connsiteX2" fmla="*/ 0 w 72638"/>
                  <a:gd name="connsiteY2" fmla="*/ 105587 h 105586"/>
                  <a:gd name="connsiteX3" fmla="*/ 72639 w 72638"/>
                  <a:gd name="connsiteY3" fmla="*/ 13757 h 105586"/>
                  <a:gd name="connsiteX4" fmla="*/ 72639 w 72638"/>
                  <a:gd name="connsiteY4" fmla="*/ 0 h 10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1" name="자유형: 도형 1393">
                <a:extLst>
                  <a:ext uri="{FF2B5EF4-FFF2-40B4-BE49-F238E27FC236}">
                    <a16:creationId xmlns:a16="http://schemas.microsoft.com/office/drawing/2014/main" id="{C60EBB8E-3207-4141-AB2A-771266A8EF41}"/>
                  </a:ext>
                </a:extLst>
              </p:cNvPr>
              <p:cNvSpPr/>
              <p:nvPr/>
            </p:nvSpPr>
            <p:spPr>
              <a:xfrm>
                <a:off x="8242320" y="4688389"/>
                <a:ext cx="72638" cy="105587"/>
              </a:xfrm>
              <a:custGeom>
                <a:avLst/>
                <a:gdLst>
                  <a:gd name="connsiteX0" fmla="*/ 72639 w 72638"/>
                  <a:gd name="connsiteY0" fmla="*/ 0 h 105587"/>
                  <a:gd name="connsiteX1" fmla="*/ 0 w 72638"/>
                  <a:gd name="connsiteY1" fmla="*/ 91830 h 105587"/>
                  <a:gd name="connsiteX2" fmla="*/ 0 w 72638"/>
                  <a:gd name="connsiteY2" fmla="*/ 105587 h 105587"/>
                  <a:gd name="connsiteX3" fmla="*/ 72639 w 72638"/>
                  <a:gd name="connsiteY3" fmla="*/ 13757 h 105587"/>
                  <a:gd name="connsiteX4" fmla="*/ 72639 w 72638"/>
                  <a:gd name="connsiteY4" fmla="*/ 0 h 105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7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2" name="자유형: 도형 1394">
                <a:extLst>
                  <a:ext uri="{FF2B5EF4-FFF2-40B4-BE49-F238E27FC236}">
                    <a16:creationId xmlns:a16="http://schemas.microsoft.com/office/drawing/2014/main" id="{040F04CC-DCB3-8B4D-130F-4432C31CFBFE}"/>
                  </a:ext>
                </a:extLst>
              </p:cNvPr>
              <p:cNvSpPr/>
              <p:nvPr/>
            </p:nvSpPr>
            <p:spPr>
              <a:xfrm>
                <a:off x="8242320" y="4740460"/>
                <a:ext cx="72638" cy="101047"/>
              </a:xfrm>
              <a:custGeom>
                <a:avLst/>
                <a:gdLst>
                  <a:gd name="connsiteX0" fmla="*/ 72639 w 72638"/>
                  <a:gd name="connsiteY0" fmla="*/ 13757 h 101047"/>
                  <a:gd name="connsiteX1" fmla="*/ 72639 w 72638"/>
                  <a:gd name="connsiteY1" fmla="*/ 0 h 101047"/>
                  <a:gd name="connsiteX2" fmla="*/ 0 w 72638"/>
                  <a:gd name="connsiteY2" fmla="*/ 91830 h 101047"/>
                  <a:gd name="connsiteX3" fmla="*/ 0 w 72638"/>
                  <a:gd name="connsiteY3" fmla="*/ 101047 h 101047"/>
                  <a:gd name="connsiteX4" fmla="*/ 3577 w 72638"/>
                  <a:gd name="connsiteY4" fmla="*/ 101047 h 101047"/>
                  <a:gd name="connsiteX5" fmla="*/ 72639 w 72638"/>
                  <a:gd name="connsiteY5" fmla="*/ 13757 h 101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638" h="101047">
                    <a:moveTo>
                      <a:pt x="72639" y="13757"/>
                    </a:moveTo>
                    <a:lnTo>
                      <a:pt x="72639" y="0"/>
                    </a:lnTo>
                    <a:lnTo>
                      <a:pt x="0" y="91830"/>
                    </a:lnTo>
                    <a:lnTo>
                      <a:pt x="0" y="101047"/>
                    </a:lnTo>
                    <a:lnTo>
                      <a:pt x="3577" y="101047"/>
                    </a:lnTo>
                    <a:lnTo>
                      <a:pt x="72639" y="137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3" name="자유형: 도형 1395">
                <a:extLst>
                  <a:ext uri="{FF2B5EF4-FFF2-40B4-BE49-F238E27FC236}">
                    <a16:creationId xmlns:a16="http://schemas.microsoft.com/office/drawing/2014/main" id="{37B126CF-7AE8-E823-ABCF-633A5D4AD5FC}"/>
                  </a:ext>
                </a:extLst>
              </p:cNvPr>
              <p:cNvSpPr/>
              <p:nvPr/>
            </p:nvSpPr>
            <p:spPr>
              <a:xfrm>
                <a:off x="8242320" y="4653720"/>
                <a:ext cx="72638" cy="105586"/>
              </a:xfrm>
              <a:custGeom>
                <a:avLst/>
                <a:gdLst>
                  <a:gd name="connsiteX0" fmla="*/ 72639 w 72638"/>
                  <a:gd name="connsiteY0" fmla="*/ 0 h 105586"/>
                  <a:gd name="connsiteX1" fmla="*/ 0 w 72638"/>
                  <a:gd name="connsiteY1" fmla="*/ 91830 h 105586"/>
                  <a:gd name="connsiteX2" fmla="*/ 0 w 72638"/>
                  <a:gd name="connsiteY2" fmla="*/ 105587 h 105586"/>
                  <a:gd name="connsiteX3" fmla="*/ 72639 w 72638"/>
                  <a:gd name="connsiteY3" fmla="*/ 13757 h 105586"/>
                  <a:gd name="connsiteX4" fmla="*/ 72639 w 72638"/>
                  <a:gd name="connsiteY4" fmla="*/ 0 h 10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58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587"/>
                    </a:lnTo>
                    <a:lnTo>
                      <a:pt x="72639" y="1375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4" name="자유형: 도형 1396">
                <a:extLst>
                  <a:ext uri="{FF2B5EF4-FFF2-40B4-BE49-F238E27FC236}">
                    <a16:creationId xmlns:a16="http://schemas.microsoft.com/office/drawing/2014/main" id="{61FB565A-027D-698C-0D9A-907AC5C85E49}"/>
                  </a:ext>
                </a:extLst>
              </p:cNvPr>
              <p:cNvSpPr/>
              <p:nvPr/>
            </p:nvSpPr>
            <p:spPr>
              <a:xfrm>
                <a:off x="8242320" y="4723057"/>
                <a:ext cx="72638" cy="105655"/>
              </a:xfrm>
              <a:custGeom>
                <a:avLst/>
                <a:gdLst>
                  <a:gd name="connsiteX0" fmla="*/ 72639 w 72638"/>
                  <a:gd name="connsiteY0" fmla="*/ 0 h 105655"/>
                  <a:gd name="connsiteX1" fmla="*/ 0 w 72638"/>
                  <a:gd name="connsiteY1" fmla="*/ 91830 h 105655"/>
                  <a:gd name="connsiteX2" fmla="*/ 0 w 72638"/>
                  <a:gd name="connsiteY2" fmla="*/ 105656 h 105655"/>
                  <a:gd name="connsiteX3" fmla="*/ 72639 w 72638"/>
                  <a:gd name="connsiteY3" fmla="*/ 13826 h 105655"/>
                  <a:gd name="connsiteX4" fmla="*/ 72639 w 72638"/>
                  <a:gd name="connsiteY4" fmla="*/ 0 h 105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655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656"/>
                    </a:lnTo>
                    <a:lnTo>
                      <a:pt x="72639" y="13826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5" name="자유형: 도형 1397">
                <a:extLst>
                  <a:ext uri="{FF2B5EF4-FFF2-40B4-BE49-F238E27FC236}">
                    <a16:creationId xmlns:a16="http://schemas.microsoft.com/office/drawing/2014/main" id="{523FAE5B-CC14-A115-E1C6-33A6179FAD6B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24488" cy="30953"/>
              </a:xfrm>
              <a:custGeom>
                <a:avLst/>
                <a:gdLst>
                  <a:gd name="connsiteX0" fmla="*/ 13620 w 24488"/>
                  <a:gd name="connsiteY0" fmla="*/ 0 h 30953"/>
                  <a:gd name="connsiteX1" fmla="*/ 0 w 24488"/>
                  <a:gd name="connsiteY1" fmla="*/ 17197 h 30953"/>
                  <a:gd name="connsiteX2" fmla="*/ 0 w 24488"/>
                  <a:gd name="connsiteY2" fmla="*/ 30954 h 30953"/>
                  <a:gd name="connsiteX3" fmla="*/ 24488 w 24488"/>
                  <a:gd name="connsiteY3" fmla="*/ 0 h 30953"/>
                  <a:gd name="connsiteX4" fmla="*/ 13620 w 24488"/>
                  <a:gd name="connsiteY4" fmla="*/ 0 h 30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88" h="30953">
                    <a:moveTo>
                      <a:pt x="13620" y="0"/>
                    </a:moveTo>
                    <a:lnTo>
                      <a:pt x="0" y="17197"/>
                    </a:lnTo>
                    <a:lnTo>
                      <a:pt x="0" y="30954"/>
                    </a:lnTo>
                    <a:lnTo>
                      <a:pt x="24488" y="0"/>
                    </a:lnTo>
                    <a:lnTo>
                      <a:pt x="136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6" name="자유형: 도형 1398">
                <a:extLst>
                  <a:ext uri="{FF2B5EF4-FFF2-40B4-BE49-F238E27FC236}">
                    <a16:creationId xmlns:a16="http://schemas.microsoft.com/office/drawing/2014/main" id="{C904BF01-3663-F282-0432-B7A829ED66AF}"/>
                  </a:ext>
                </a:extLst>
              </p:cNvPr>
              <p:cNvSpPr/>
              <p:nvPr/>
            </p:nvSpPr>
            <p:spPr>
              <a:xfrm>
                <a:off x="8242320" y="4705723"/>
                <a:ext cx="72638" cy="105655"/>
              </a:xfrm>
              <a:custGeom>
                <a:avLst/>
                <a:gdLst>
                  <a:gd name="connsiteX0" fmla="*/ 72639 w 72638"/>
                  <a:gd name="connsiteY0" fmla="*/ 0 h 105655"/>
                  <a:gd name="connsiteX1" fmla="*/ 0 w 72638"/>
                  <a:gd name="connsiteY1" fmla="*/ 91830 h 105655"/>
                  <a:gd name="connsiteX2" fmla="*/ 0 w 72638"/>
                  <a:gd name="connsiteY2" fmla="*/ 105656 h 105655"/>
                  <a:gd name="connsiteX3" fmla="*/ 72639 w 72638"/>
                  <a:gd name="connsiteY3" fmla="*/ 13826 h 105655"/>
                  <a:gd name="connsiteX4" fmla="*/ 72639 w 72638"/>
                  <a:gd name="connsiteY4" fmla="*/ 0 h 105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105655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105656"/>
                    </a:lnTo>
                    <a:lnTo>
                      <a:pt x="72639" y="13826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7" name="자유형: 도형 1399">
                <a:extLst>
                  <a:ext uri="{FF2B5EF4-FFF2-40B4-BE49-F238E27FC236}">
                    <a16:creationId xmlns:a16="http://schemas.microsoft.com/office/drawing/2014/main" id="{4D147FE5-CAB7-10AE-3396-93FC50795416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51934" cy="65690"/>
              </a:xfrm>
              <a:custGeom>
                <a:avLst/>
                <a:gdLst>
                  <a:gd name="connsiteX0" fmla="*/ 40997 w 51934"/>
                  <a:gd name="connsiteY0" fmla="*/ 0 h 65690"/>
                  <a:gd name="connsiteX1" fmla="*/ 0 w 51934"/>
                  <a:gd name="connsiteY1" fmla="*/ 51865 h 65690"/>
                  <a:gd name="connsiteX2" fmla="*/ 0 w 51934"/>
                  <a:gd name="connsiteY2" fmla="*/ 65691 h 65690"/>
                  <a:gd name="connsiteX3" fmla="*/ 51934 w 51934"/>
                  <a:gd name="connsiteY3" fmla="*/ 0 h 65690"/>
                  <a:gd name="connsiteX4" fmla="*/ 40997 w 51934"/>
                  <a:gd name="connsiteY4" fmla="*/ 0 h 65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934" h="65690">
                    <a:moveTo>
                      <a:pt x="40997" y="0"/>
                    </a:moveTo>
                    <a:lnTo>
                      <a:pt x="0" y="51865"/>
                    </a:lnTo>
                    <a:lnTo>
                      <a:pt x="0" y="65691"/>
                    </a:lnTo>
                    <a:lnTo>
                      <a:pt x="51934" y="0"/>
                    </a:lnTo>
                    <a:lnTo>
                      <a:pt x="4099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8" name="자유형: 도형 1400">
                <a:extLst>
                  <a:ext uri="{FF2B5EF4-FFF2-40B4-BE49-F238E27FC236}">
                    <a16:creationId xmlns:a16="http://schemas.microsoft.com/office/drawing/2014/main" id="{EAB62776-C719-EEF7-B6C3-9640EC5D24B5}"/>
                  </a:ext>
                </a:extLst>
              </p:cNvPr>
              <p:cNvSpPr/>
              <p:nvPr/>
            </p:nvSpPr>
            <p:spPr>
              <a:xfrm>
                <a:off x="8289852" y="4809797"/>
                <a:ext cx="25107" cy="31710"/>
              </a:xfrm>
              <a:custGeom>
                <a:avLst/>
                <a:gdLst>
                  <a:gd name="connsiteX0" fmla="*/ 10937 w 25107"/>
                  <a:gd name="connsiteY0" fmla="*/ 31710 h 31710"/>
                  <a:gd name="connsiteX1" fmla="*/ 25107 w 25107"/>
                  <a:gd name="connsiteY1" fmla="*/ 13826 h 31710"/>
                  <a:gd name="connsiteX2" fmla="*/ 25107 w 25107"/>
                  <a:gd name="connsiteY2" fmla="*/ 0 h 31710"/>
                  <a:gd name="connsiteX3" fmla="*/ 0 w 25107"/>
                  <a:gd name="connsiteY3" fmla="*/ 31710 h 31710"/>
                  <a:gd name="connsiteX4" fmla="*/ 10937 w 25107"/>
                  <a:gd name="connsiteY4" fmla="*/ 31710 h 3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107" h="31710">
                    <a:moveTo>
                      <a:pt x="10937" y="31710"/>
                    </a:moveTo>
                    <a:lnTo>
                      <a:pt x="25107" y="13826"/>
                    </a:lnTo>
                    <a:lnTo>
                      <a:pt x="25107" y="0"/>
                    </a:lnTo>
                    <a:lnTo>
                      <a:pt x="0" y="31710"/>
                    </a:lnTo>
                    <a:lnTo>
                      <a:pt x="10937" y="3171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09" name="자유형: 도형 1401">
                <a:extLst>
                  <a:ext uri="{FF2B5EF4-FFF2-40B4-BE49-F238E27FC236}">
                    <a16:creationId xmlns:a16="http://schemas.microsoft.com/office/drawing/2014/main" id="{C4C2383B-7567-D772-8ED3-E6C239F909EC}"/>
                  </a:ext>
                </a:extLst>
              </p:cNvPr>
              <p:cNvSpPr/>
              <p:nvPr/>
            </p:nvSpPr>
            <p:spPr>
              <a:xfrm>
                <a:off x="8303609" y="4827199"/>
                <a:ext cx="11349" cy="14307"/>
              </a:xfrm>
              <a:custGeom>
                <a:avLst/>
                <a:gdLst>
                  <a:gd name="connsiteX0" fmla="*/ 10868 w 11349"/>
                  <a:gd name="connsiteY0" fmla="*/ 14308 h 14307"/>
                  <a:gd name="connsiteX1" fmla="*/ 11350 w 11349"/>
                  <a:gd name="connsiteY1" fmla="*/ 13757 h 14307"/>
                  <a:gd name="connsiteX2" fmla="*/ 11350 w 11349"/>
                  <a:gd name="connsiteY2" fmla="*/ 0 h 14307"/>
                  <a:gd name="connsiteX3" fmla="*/ 0 w 11349"/>
                  <a:gd name="connsiteY3" fmla="*/ 14308 h 14307"/>
                  <a:gd name="connsiteX4" fmla="*/ 10868 w 11349"/>
                  <a:gd name="connsiteY4" fmla="*/ 14308 h 14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49" h="14307">
                    <a:moveTo>
                      <a:pt x="10868" y="14308"/>
                    </a:moveTo>
                    <a:lnTo>
                      <a:pt x="11350" y="13757"/>
                    </a:lnTo>
                    <a:lnTo>
                      <a:pt x="11350" y="0"/>
                    </a:lnTo>
                    <a:lnTo>
                      <a:pt x="0" y="14308"/>
                    </a:lnTo>
                    <a:lnTo>
                      <a:pt x="10868" y="1430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0" name="자유형: 도형 1402">
                <a:extLst>
                  <a:ext uri="{FF2B5EF4-FFF2-40B4-BE49-F238E27FC236}">
                    <a16:creationId xmlns:a16="http://schemas.microsoft.com/office/drawing/2014/main" id="{F4A8D087-BE8D-0BEB-0499-5BC2271986E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65622" cy="83025"/>
              </a:xfrm>
              <a:custGeom>
                <a:avLst/>
                <a:gdLst>
                  <a:gd name="connsiteX0" fmla="*/ 54755 w 65622"/>
                  <a:gd name="connsiteY0" fmla="*/ 0 h 83025"/>
                  <a:gd name="connsiteX1" fmla="*/ 0 w 65622"/>
                  <a:gd name="connsiteY1" fmla="*/ 69199 h 83025"/>
                  <a:gd name="connsiteX2" fmla="*/ 0 w 65622"/>
                  <a:gd name="connsiteY2" fmla="*/ 83025 h 83025"/>
                  <a:gd name="connsiteX3" fmla="*/ 65622 w 65622"/>
                  <a:gd name="connsiteY3" fmla="*/ 0 h 83025"/>
                  <a:gd name="connsiteX4" fmla="*/ 54755 w 65622"/>
                  <a:gd name="connsiteY4" fmla="*/ 0 h 8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2" h="83025">
                    <a:moveTo>
                      <a:pt x="54755" y="0"/>
                    </a:moveTo>
                    <a:lnTo>
                      <a:pt x="0" y="69199"/>
                    </a:lnTo>
                    <a:lnTo>
                      <a:pt x="0" y="83025"/>
                    </a:lnTo>
                    <a:lnTo>
                      <a:pt x="65622" y="0"/>
                    </a:lnTo>
                    <a:lnTo>
                      <a:pt x="5475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1" name="자유형: 도형 1403">
                <a:extLst>
                  <a:ext uri="{FF2B5EF4-FFF2-40B4-BE49-F238E27FC236}">
                    <a16:creationId xmlns:a16="http://schemas.microsoft.com/office/drawing/2014/main" id="{B5209C03-B3E3-8777-EA40-3BDC445B0F63}"/>
                  </a:ext>
                </a:extLst>
              </p:cNvPr>
              <p:cNvSpPr/>
              <p:nvPr/>
            </p:nvSpPr>
            <p:spPr>
              <a:xfrm>
                <a:off x="8276163" y="4792462"/>
                <a:ext cx="38795" cy="49044"/>
              </a:xfrm>
              <a:custGeom>
                <a:avLst/>
                <a:gdLst>
                  <a:gd name="connsiteX0" fmla="*/ 10868 w 38795"/>
                  <a:gd name="connsiteY0" fmla="*/ 49045 h 49044"/>
                  <a:gd name="connsiteX1" fmla="*/ 38796 w 38795"/>
                  <a:gd name="connsiteY1" fmla="*/ 13757 h 49044"/>
                  <a:gd name="connsiteX2" fmla="*/ 38796 w 38795"/>
                  <a:gd name="connsiteY2" fmla="*/ 0 h 49044"/>
                  <a:gd name="connsiteX3" fmla="*/ 0 w 38795"/>
                  <a:gd name="connsiteY3" fmla="*/ 49045 h 49044"/>
                  <a:gd name="connsiteX4" fmla="*/ 10868 w 38795"/>
                  <a:gd name="connsiteY4" fmla="*/ 49045 h 49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795" h="49044">
                    <a:moveTo>
                      <a:pt x="10868" y="49045"/>
                    </a:moveTo>
                    <a:lnTo>
                      <a:pt x="38796" y="13757"/>
                    </a:lnTo>
                    <a:lnTo>
                      <a:pt x="38796" y="0"/>
                    </a:lnTo>
                    <a:lnTo>
                      <a:pt x="0" y="49045"/>
                    </a:lnTo>
                    <a:lnTo>
                      <a:pt x="10868" y="4904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2" name="자유형: 도형 1404">
                <a:extLst>
                  <a:ext uri="{FF2B5EF4-FFF2-40B4-BE49-F238E27FC236}">
                    <a16:creationId xmlns:a16="http://schemas.microsoft.com/office/drawing/2014/main" id="{1FDD92D5-2CFB-8712-434A-73868EA56036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38245" cy="48288"/>
              </a:xfrm>
              <a:custGeom>
                <a:avLst/>
                <a:gdLst>
                  <a:gd name="connsiteX0" fmla="*/ 27308 w 38245"/>
                  <a:gd name="connsiteY0" fmla="*/ 0 h 48288"/>
                  <a:gd name="connsiteX1" fmla="*/ 0 w 38245"/>
                  <a:gd name="connsiteY1" fmla="*/ 34531 h 48288"/>
                  <a:gd name="connsiteX2" fmla="*/ 0 w 38245"/>
                  <a:gd name="connsiteY2" fmla="*/ 48288 h 48288"/>
                  <a:gd name="connsiteX3" fmla="*/ 38246 w 38245"/>
                  <a:gd name="connsiteY3" fmla="*/ 0 h 48288"/>
                  <a:gd name="connsiteX4" fmla="*/ 27308 w 38245"/>
                  <a:gd name="connsiteY4" fmla="*/ 0 h 4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45" h="48288">
                    <a:moveTo>
                      <a:pt x="27308" y="0"/>
                    </a:moveTo>
                    <a:lnTo>
                      <a:pt x="0" y="34531"/>
                    </a:lnTo>
                    <a:lnTo>
                      <a:pt x="0" y="48288"/>
                    </a:lnTo>
                    <a:lnTo>
                      <a:pt x="38246" y="0"/>
                    </a:lnTo>
                    <a:lnTo>
                      <a:pt x="27308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113" name="자유형: 도형 1405">
                <a:extLst>
                  <a:ext uri="{FF2B5EF4-FFF2-40B4-BE49-F238E27FC236}">
                    <a16:creationId xmlns:a16="http://schemas.microsoft.com/office/drawing/2014/main" id="{1F9EB2B5-B101-E0B7-B164-9B0DC2BF2CD3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72638" cy="100359"/>
              </a:xfrm>
              <a:custGeom>
                <a:avLst/>
                <a:gdLst>
                  <a:gd name="connsiteX0" fmla="*/ 72639 w 72638"/>
                  <a:gd name="connsiteY0" fmla="*/ 0 h 100359"/>
                  <a:gd name="connsiteX1" fmla="*/ 68443 w 72638"/>
                  <a:gd name="connsiteY1" fmla="*/ 0 h 100359"/>
                  <a:gd name="connsiteX2" fmla="*/ 0 w 72638"/>
                  <a:gd name="connsiteY2" fmla="*/ 86533 h 100359"/>
                  <a:gd name="connsiteX3" fmla="*/ 0 w 72638"/>
                  <a:gd name="connsiteY3" fmla="*/ 100359 h 100359"/>
                  <a:gd name="connsiteX4" fmla="*/ 72639 w 72638"/>
                  <a:gd name="connsiteY4" fmla="*/ 8529 h 100359"/>
                  <a:gd name="connsiteX5" fmla="*/ 72639 w 72638"/>
                  <a:gd name="connsiteY5" fmla="*/ 0 h 100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638" h="100359">
                    <a:moveTo>
                      <a:pt x="72639" y="0"/>
                    </a:moveTo>
                    <a:lnTo>
                      <a:pt x="68443" y="0"/>
                    </a:lnTo>
                    <a:lnTo>
                      <a:pt x="0" y="86533"/>
                    </a:lnTo>
                    <a:lnTo>
                      <a:pt x="0" y="100359"/>
                    </a:lnTo>
                    <a:lnTo>
                      <a:pt x="72639" y="8529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  <p:grpSp>
          <p:nvGrpSpPr>
            <p:cNvPr id="80" name="그래픽 2">
              <a:extLst>
                <a:ext uri="{FF2B5EF4-FFF2-40B4-BE49-F238E27FC236}">
                  <a16:creationId xmlns:a16="http://schemas.microsoft.com/office/drawing/2014/main" id="{CFBB6E23-1BEA-36F7-1396-0129660F8D08}"/>
                </a:ext>
              </a:extLst>
            </p:cNvPr>
            <p:cNvGrpSpPr/>
            <p:nvPr/>
          </p:nvGrpSpPr>
          <p:grpSpPr>
            <a:xfrm>
              <a:off x="7530622" y="3057346"/>
              <a:ext cx="72638" cy="199893"/>
              <a:chOff x="8242320" y="4641614"/>
              <a:chExt cx="72638" cy="199893"/>
            </a:xfrm>
            <a:solidFill>
              <a:srgbClr val="97A6D5"/>
            </a:solidFill>
          </p:grpSpPr>
          <p:sp>
            <p:nvSpPr>
              <p:cNvPr id="81" name="자유형: 도형 1407">
                <a:extLst>
                  <a:ext uri="{FF2B5EF4-FFF2-40B4-BE49-F238E27FC236}">
                    <a16:creationId xmlns:a16="http://schemas.microsoft.com/office/drawing/2014/main" id="{7DCA2AF3-F07F-4316-E204-750A1FAF54A2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13619" cy="17196"/>
              </a:xfrm>
              <a:custGeom>
                <a:avLst/>
                <a:gdLst>
                  <a:gd name="connsiteX0" fmla="*/ 10800 w 13619"/>
                  <a:gd name="connsiteY0" fmla="*/ 0 h 17196"/>
                  <a:gd name="connsiteX1" fmla="*/ 0 w 13619"/>
                  <a:gd name="connsiteY1" fmla="*/ 13620 h 17196"/>
                  <a:gd name="connsiteX2" fmla="*/ 0 w 13619"/>
                  <a:gd name="connsiteY2" fmla="*/ 17197 h 17196"/>
                  <a:gd name="connsiteX3" fmla="*/ 13620 w 13619"/>
                  <a:gd name="connsiteY3" fmla="*/ 0 h 17196"/>
                  <a:gd name="connsiteX4" fmla="*/ 10800 w 13619"/>
                  <a:gd name="connsiteY4" fmla="*/ 0 h 17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19" h="17196">
                    <a:moveTo>
                      <a:pt x="10800" y="0"/>
                    </a:moveTo>
                    <a:lnTo>
                      <a:pt x="0" y="13620"/>
                    </a:lnTo>
                    <a:lnTo>
                      <a:pt x="0" y="17197"/>
                    </a:lnTo>
                    <a:lnTo>
                      <a:pt x="13620" y="0"/>
                    </a:lnTo>
                    <a:lnTo>
                      <a:pt x="1080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2" name="자유형: 도형 1408">
                <a:extLst>
                  <a:ext uri="{FF2B5EF4-FFF2-40B4-BE49-F238E27FC236}">
                    <a16:creationId xmlns:a16="http://schemas.microsoft.com/office/drawing/2014/main" id="{B3764862-FF9F-879E-D6D3-AFF4F2633A14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27307" cy="34530"/>
              </a:xfrm>
              <a:custGeom>
                <a:avLst/>
                <a:gdLst>
                  <a:gd name="connsiteX0" fmla="*/ 24488 w 27307"/>
                  <a:gd name="connsiteY0" fmla="*/ 0 h 34530"/>
                  <a:gd name="connsiteX1" fmla="*/ 0 w 27307"/>
                  <a:gd name="connsiteY1" fmla="*/ 30954 h 34530"/>
                  <a:gd name="connsiteX2" fmla="*/ 0 w 27307"/>
                  <a:gd name="connsiteY2" fmla="*/ 34531 h 34530"/>
                  <a:gd name="connsiteX3" fmla="*/ 27308 w 27307"/>
                  <a:gd name="connsiteY3" fmla="*/ 0 h 34530"/>
                  <a:gd name="connsiteX4" fmla="*/ 24488 w 27307"/>
                  <a:gd name="connsiteY4" fmla="*/ 0 h 34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307" h="34530">
                    <a:moveTo>
                      <a:pt x="24488" y="0"/>
                    </a:moveTo>
                    <a:lnTo>
                      <a:pt x="0" y="30954"/>
                    </a:lnTo>
                    <a:lnTo>
                      <a:pt x="0" y="34531"/>
                    </a:lnTo>
                    <a:lnTo>
                      <a:pt x="27308" y="0"/>
                    </a:lnTo>
                    <a:lnTo>
                      <a:pt x="24488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3" name="자유형: 도형 1409">
                <a:extLst>
                  <a:ext uri="{FF2B5EF4-FFF2-40B4-BE49-F238E27FC236}">
                    <a16:creationId xmlns:a16="http://schemas.microsoft.com/office/drawing/2014/main" id="{58557071-3B56-E380-F0A5-17E8E93C2135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40997" cy="51864"/>
              </a:xfrm>
              <a:custGeom>
                <a:avLst/>
                <a:gdLst>
                  <a:gd name="connsiteX0" fmla="*/ 38246 w 40997"/>
                  <a:gd name="connsiteY0" fmla="*/ 0 h 51864"/>
                  <a:gd name="connsiteX1" fmla="*/ 0 w 40997"/>
                  <a:gd name="connsiteY1" fmla="*/ 48288 h 51864"/>
                  <a:gd name="connsiteX2" fmla="*/ 0 w 40997"/>
                  <a:gd name="connsiteY2" fmla="*/ 51865 h 51864"/>
                  <a:gd name="connsiteX3" fmla="*/ 40997 w 40997"/>
                  <a:gd name="connsiteY3" fmla="*/ 0 h 51864"/>
                  <a:gd name="connsiteX4" fmla="*/ 38246 w 40997"/>
                  <a:gd name="connsiteY4" fmla="*/ 0 h 51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97" h="51864">
                    <a:moveTo>
                      <a:pt x="38246" y="0"/>
                    </a:moveTo>
                    <a:lnTo>
                      <a:pt x="0" y="48288"/>
                    </a:lnTo>
                    <a:lnTo>
                      <a:pt x="0" y="51865"/>
                    </a:lnTo>
                    <a:lnTo>
                      <a:pt x="40997" y="0"/>
                    </a:lnTo>
                    <a:lnTo>
                      <a:pt x="38246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4" name="자유형: 도형 1410">
                <a:extLst>
                  <a:ext uri="{FF2B5EF4-FFF2-40B4-BE49-F238E27FC236}">
                    <a16:creationId xmlns:a16="http://schemas.microsoft.com/office/drawing/2014/main" id="{7F971ED3-F3E1-3E9D-B81A-67D4651346F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54754" cy="69199"/>
              </a:xfrm>
              <a:custGeom>
                <a:avLst/>
                <a:gdLst>
                  <a:gd name="connsiteX0" fmla="*/ 51934 w 54754"/>
                  <a:gd name="connsiteY0" fmla="*/ 0 h 69199"/>
                  <a:gd name="connsiteX1" fmla="*/ 0 w 54754"/>
                  <a:gd name="connsiteY1" fmla="*/ 65691 h 69199"/>
                  <a:gd name="connsiteX2" fmla="*/ 0 w 54754"/>
                  <a:gd name="connsiteY2" fmla="*/ 69199 h 69199"/>
                  <a:gd name="connsiteX3" fmla="*/ 54755 w 54754"/>
                  <a:gd name="connsiteY3" fmla="*/ 0 h 69199"/>
                  <a:gd name="connsiteX4" fmla="*/ 51934 w 54754"/>
                  <a:gd name="connsiteY4" fmla="*/ 0 h 69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54" h="69199">
                    <a:moveTo>
                      <a:pt x="51934" y="0"/>
                    </a:moveTo>
                    <a:lnTo>
                      <a:pt x="0" y="65691"/>
                    </a:lnTo>
                    <a:lnTo>
                      <a:pt x="0" y="69199"/>
                    </a:lnTo>
                    <a:lnTo>
                      <a:pt x="54755" y="0"/>
                    </a:lnTo>
                    <a:lnTo>
                      <a:pt x="5193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5" name="자유형: 도형 1411">
                <a:extLst>
                  <a:ext uri="{FF2B5EF4-FFF2-40B4-BE49-F238E27FC236}">
                    <a16:creationId xmlns:a16="http://schemas.microsoft.com/office/drawing/2014/main" id="{0AB6855F-20E8-EE72-5D89-1217D72D25FC}"/>
                  </a:ext>
                </a:extLst>
              </p:cNvPr>
              <p:cNvSpPr/>
              <p:nvPr/>
            </p:nvSpPr>
            <p:spPr>
              <a:xfrm>
                <a:off x="8242320" y="4641614"/>
                <a:ext cx="68442" cy="86533"/>
              </a:xfrm>
              <a:custGeom>
                <a:avLst/>
                <a:gdLst>
                  <a:gd name="connsiteX0" fmla="*/ 65622 w 68442"/>
                  <a:gd name="connsiteY0" fmla="*/ 0 h 86533"/>
                  <a:gd name="connsiteX1" fmla="*/ 0 w 68442"/>
                  <a:gd name="connsiteY1" fmla="*/ 83025 h 86533"/>
                  <a:gd name="connsiteX2" fmla="*/ 0 w 68442"/>
                  <a:gd name="connsiteY2" fmla="*/ 86533 h 86533"/>
                  <a:gd name="connsiteX3" fmla="*/ 68443 w 68442"/>
                  <a:gd name="connsiteY3" fmla="*/ 0 h 86533"/>
                  <a:gd name="connsiteX4" fmla="*/ 65622 w 68442"/>
                  <a:gd name="connsiteY4" fmla="*/ 0 h 86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42" h="86533">
                    <a:moveTo>
                      <a:pt x="65622" y="0"/>
                    </a:moveTo>
                    <a:lnTo>
                      <a:pt x="0" y="83025"/>
                    </a:lnTo>
                    <a:lnTo>
                      <a:pt x="0" y="86533"/>
                    </a:lnTo>
                    <a:lnTo>
                      <a:pt x="68443" y="0"/>
                    </a:lnTo>
                    <a:lnTo>
                      <a:pt x="65622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6" name="자유형: 도형 1412">
                <a:extLst>
                  <a:ext uri="{FF2B5EF4-FFF2-40B4-BE49-F238E27FC236}">
                    <a16:creationId xmlns:a16="http://schemas.microsoft.com/office/drawing/2014/main" id="{DF7A1F09-C11E-20F4-2705-A0527E03FB01}"/>
                  </a:ext>
                </a:extLst>
              </p:cNvPr>
              <p:cNvSpPr/>
              <p:nvPr/>
            </p:nvSpPr>
            <p:spPr>
              <a:xfrm>
                <a:off x="8242320" y="4650143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7" name="자유형: 도형 1413">
                <a:extLst>
                  <a:ext uri="{FF2B5EF4-FFF2-40B4-BE49-F238E27FC236}">
                    <a16:creationId xmlns:a16="http://schemas.microsoft.com/office/drawing/2014/main" id="{0A24AC81-D93B-D1ED-360E-1EE791C39ACB}"/>
                  </a:ext>
                </a:extLst>
              </p:cNvPr>
              <p:cNvSpPr/>
              <p:nvPr/>
            </p:nvSpPr>
            <p:spPr>
              <a:xfrm>
                <a:off x="8242320" y="4667478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8" name="자유형: 도형 1414">
                <a:extLst>
                  <a:ext uri="{FF2B5EF4-FFF2-40B4-BE49-F238E27FC236}">
                    <a16:creationId xmlns:a16="http://schemas.microsoft.com/office/drawing/2014/main" id="{B0255FA7-1A13-CAEE-969A-86E79CB0D2CE}"/>
                  </a:ext>
                </a:extLst>
              </p:cNvPr>
              <p:cNvSpPr/>
              <p:nvPr/>
            </p:nvSpPr>
            <p:spPr>
              <a:xfrm>
                <a:off x="8242320" y="4684812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89" name="자유형: 도형 1415">
                <a:extLst>
                  <a:ext uri="{FF2B5EF4-FFF2-40B4-BE49-F238E27FC236}">
                    <a16:creationId xmlns:a16="http://schemas.microsoft.com/office/drawing/2014/main" id="{CE9F8F20-8042-EBCC-CB1E-2B1EB1A7F6B1}"/>
                  </a:ext>
                </a:extLst>
              </p:cNvPr>
              <p:cNvSpPr/>
              <p:nvPr/>
            </p:nvSpPr>
            <p:spPr>
              <a:xfrm>
                <a:off x="8242320" y="4702146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0" name="자유형: 도형 1416">
                <a:extLst>
                  <a:ext uri="{FF2B5EF4-FFF2-40B4-BE49-F238E27FC236}">
                    <a16:creationId xmlns:a16="http://schemas.microsoft.com/office/drawing/2014/main" id="{7ACCD98B-2432-0DD7-E5B7-EC80E050ED8C}"/>
                  </a:ext>
                </a:extLst>
              </p:cNvPr>
              <p:cNvSpPr/>
              <p:nvPr/>
            </p:nvSpPr>
            <p:spPr>
              <a:xfrm>
                <a:off x="8242320" y="4719549"/>
                <a:ext cx="72638" cy="95337"/>
              </a:xfrm>
              <a:custGeom>
                <a:avLst/>
                <a:gdLst>
                  <a:gd name="connsiteX0" fmla="*/ 72639 w 72638"/>
                  <a:gd name="connsiteY0" fmla="*/ 0 h 95337"/>
                  <a:gd name="connsiteX1" fmla="*/ 0 w 72638"/>
                  <a:gd name="connsiteY1" fmla="*/ 91830 h 95337"/>
                  <a:gd name="connsiteX2" fmla="*/ 0 w 72638"/>
                  <a:gd name="connsiteY2" fmla="*/ 95338 h 95337"/>
                  <a:gd name="connsiteX3" fmla="*/ 72639 w 72638"/>
                  <a:gd name="connsiteY3" fmla="*/ 3508 h 95337"/>
                  <a:gd name="connsiteX4" fmla="*/ 72639 w 72638"/>
                  <a:gd name="connsiteY4" fmla="*/ 0 h 95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337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338"/>
                    </a:lnTo>
                    <a:lnTo>
                      <a:pt x="72639" y="3508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1" name="자유형: 도형 1417">
                <a:extLst>
                  <a:ext uri="{FF2B5EF4-FFF2-40B4-BE49-F238E27FC236}">
                    <a16:creationId xmlns:a16="http://schemas.microsoft.com/office/drawing/2014/main" id="{7F220C64-18B0-55D3-A0A9-5AA68FCD3D09}"/>
                  </a:ext>
                </a:extLst>
              </p:cNvPr>
              <p:cNvSpPr/>
              <p:nvPr/>
            </p:nvSpPr>
            <p:spPr>
              <a:xfrm>
                <a:off x="8242320" y="4736883"/>
                <a:ext cx="72638" cy="95406"/>
              </a:xfrm>
              <a:custGeom>
                <a:avLst/>
                <a:gdLst>
                  <a:gd name="connsiteX0" fmla="*/ 72639 w 72638"/>
                  <a:gd name="connsiteY0" fmla="*/ 0 h 95406"/>
                  <a:gd name="connsiteX1" fmla="*/ 0 w 72638"/>
                  <a:gd name="connsiteY1" fmla="*/ 91830 h 95406"/>
                  <a:gd name="connsiteX2" fmla="*/ 0 w 72638"/>
                  <a:gd name="connsiteY2" fmla="*/ 95407 h 95406"/>
                  <a:gd name="connsiteX3" fmla="*/ 72639 w 72638"/>
                  <a:gd name="connsiteY3" fmla="*/ 3577 h 95406"/>
                  <a:gd name="connsiteX4" fmla="*/ 72639 w 72638"/>
                  <a:gd name="connsiteY4" fmla="*/ 0 h 9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38" h="95406">
                    <a:moveTo>
                      <a:pt x="72639" y="0"/>
                    </a:moveTo>
                    <a:lnTo>
                      <a:pt x="0" y="91830"/>
                    </a:lnTo>
                    <a:lnTo>
                      <a:pt x="0" y="95407"/>
                    </a:lnTo>
                    <a:lnTo>
                      <a:pt x="72639" y="3577"/>
                    </a:lnTo>
                    <a:lnTo>
                      <a:pt x="7263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2" name="자유형: 도형 1418">
                <a:extLst>
                  <a:ext uri="{FF2B5EF4-FFF2-40B4-BE49-F238E27FC236}">
                    <a16:creationId xmlns:a16="http://schemas.microsoft.com/office/drawing/2014/main" id="{79B01721-E8E3-9335-7D40-9C1F3A41840B}"/>
                  </a:ext>
                </a:extLst>
              </p:cNvPr>
              <p:cNvSpPr/>
              <p:nvPr/>
            </p:nvSpPr>
            <p:spPr>
              <a:xfrm>
                <a:off x="8245897" y="4754217"/>
                <a:ext cx="69061" cy="87289"/>
              </a:xfrm>
              <a:custGeom>
                <a:avLst/>
                <a:gdLst>
                  <a:gd name="connsiteX0" fmla="*/ 2820 w 69061"/>
                  <a:gd name="connsiteY0" fmla="*/ 87290 h 87289"/>
                  <a:gd name="connsiteX1" fmla="*/ 69062 w 69061"/>
                  <a:gd name="connsiteY1" fmla="*/ 3577 h 87289"/>
                  <a:gd name="connsiteX2" fmla="*/ 69062 w 69061"/>
                  <a:gd name="connsiteY2" fmla="*/ 0 h 87289"/>
                  <a:gd name="connsiteX3" fmla="*/ 0 w 69061"/>
                  <a:gd name="connsiteY3" fmla="*/ 87290 h 87289"/>
                  <a:gd name="connsiteX4" fmla="*/ 2820 w 69061"/>
                  <a:gd name="connsiteY4" fmla="*/ 87290 h 87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061" h="87289">
                    <a:moveTo>
                      <a:pt x="2820" y="87290"/>
                    </a:moveTo>
                    <a:lnTo>
                      <a:pt x="69062" y="3577"/>
                    </a:lnTo>
                    <a:lnTo>
                      <a:pt x="69062" y="0"/>
                    </a:lnTo>
                    <a:lnTo>
                      <a:pt x="0" y="87290"/>
                    </a:lnTo>
                    <a:lnTo>
                      <a:pt x="2820" y="8729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3" name="자유형: 도형 1419">
                <a:extLst>
                  <a:ext uri="{FF2B5EF4-FFF2-40B4-BE49-F238E27FC236}">
                    <a16:creationId xmlns:a16="http://schemas.microsoft.com/office/drawing/2014/main" id="{62FD51FE-5476-892B-B66E-5350AFAFFCEB}"/>
                  </a:ext>
                </a:extLst>
              </p:cNvPr>
              <p:cNvSpPr/>
              <p:nvPr/>
            </p:nvSpPr>
            <p:spPr>
              <a:xfrm>
                <a:off x="8259585" y="4771552"/>
                <a:ext cx="55373" cy="69955"/>
              </a:xfrm>
              <a:custGeom>
                <a:avLst/>
                <a:gdLst>
                  <a:gd name="connsiteX0" fmla="*/ 2820 w 55373"/>
                  <a:gd name="connsiteY0" fmla="*/ 69956 h 69955"/>
                  <a:gd name="connsiteX1" fmla="*/ 55373 w 55373"/>
                  <a:gd name="connsiteY1" fmla="*/ 3577 h 69955"/>
                  <a:gd name="connsiteX2" fmla="*/ 55373 w 55373"/>
                  <a:gd name="connsiteY2" fmla="*/ 0 h 69955"/>
                  <a:gd name="connsiteX3" fmla="*/ 0 w 55373"/>
                  <a:gd name="connsiteY3" fmla="*/ 69956 h 69955"/>
                  <a:gd name="connsiteX4" fmla="*/ 2820 w 55373"/>
                  <a:gd name="connsiteY4" fmla="*/ 69956 h 6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373" h="69955">
                    <a:moveTo>
                      <a:pt x="2820" y="69956"/>
                    </a:moveTo>
                    <a:lnTo>
                      <a:pt x="55373" y="3577"/>
                    </a:lnTo>
                    <a:lnTo>
                      <a:pt x="55373" y="0"/>
                    </a:lnTo>
                    <a:lnTo>
                      <a:pt x="0" y="69956"/>
                    </a:lnTo>
                    <a:lnTo>
                      <a:pt x="2820" y="6995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4" name="자유형: 도형 1420">
                <a:extLst>
                  <a:ext uri="{FF2B5EF4-FFF2-40B4-BE49-F238E27FC236}">
                    <a16:creationId xmlns:a16="http://schemas.microsoft.com/office/drawing/2014/main" id="{CB286FE6-B66B-31B8-AE69-A4F1FFD70CF4}"/>
                  </a:ext>
                </a:extLst>
              </p:cNvPr>
              <p:cNvSpPr/>
              <p:nvPr/>
            </p:nvSpPr>
            <p:spPr>
              <a:xfrm>
                <a:off x="8273343" y="4788886"/>
                <a:ext cx="41616" cy="52621"/>
              </a:xfrm>
              <a:custGeom>
                <a:avLst/>
                <a:gdLst>
                  <a:gd name="connsiteX0" fmla="*/ 2820 w 41616"/>
                  <a:gd name="connsiteY0" fmla="*/ 52621 h 52621"/>
                  <a:gd name="connsiteX1" fmla="*/ 41616 w 41616"/>
                  <a:gd name="connsiteY1" fmla="*/ 3577 h 52621"/>
                  <a:gd name="connsiteX2" fmla="*/ 41616 w 41616"/>
                  <a:gd name="connsiteY2" fmla="*/ 0 h 52621"/>
                  <a:gd name="connsiteX3" fmla="*/ 0 w 41616"/>
                  <a:gd name="connsiteY3" fmla="*/ 52621 h 52621"/>
                  <a:gd name="connsiteX4" fmla="*/ 2820 w 41616"/>
                  <a:gd name="connsiteY4" fmla="*/ 52621 h 52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16" h="52621">
                    <a:moveTo>
                      <a:pt x="2820" y="52621"/>
                    </a:moveTo>
                    <a:lnTo>
                      <a:pt x="41616" y="3577"/>
                    </a:lnTo>
                    <a:lnTo>
                      <a:pt x="41616" y="0"/>
                    </a:lnTo>
                    <a:lnTo>
                      <a:pt x="0" y="52621"/>
                    </a:lnTo>
                    <a:lnTo>
                      <a:pt x="2820" y="5262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5" name="자유형: 도형 1421">
                <a:extLst>
                  <a:ext uri="{FF2B5EF4-FFF2-40B4-BE49-F238E27FC236}">
                    <a16:creationId xmlns:a16="http://schemas.microsoft.com/office/drawing/2014/main" id="{D6371F51-E4FB-6BBC-DE39-9CB67C6AA5D4}"/>
                  </a:ext>
                </a:extLst>
              </p:cNvPr>
              <p:cNvSpPr/>
              <p:nvPr/>
            </p:nvSpPr>
            <p:spPr>
              <a:xfrm>
                <a:off x="8287031" y="4806220"/>
                <a:ext cx="27927" cy="35287"/>
              </a:xfrm>
              <a:custGeom>
                <a:avLst/>
                <a:gdLst>
                  <a:gd name="connsiteX0" fmla="*/ 2820 w 27927"/>
                  <a:gd name="connsiteY0" fmla="*/ 35287 h 35287"/>
                  <a:gd name="connsiteX1" fmla="*/ 27928 w 27927"/>
                  <a:gd name="connsiteY1" fmla="*/ 3577 h 35287"/>
                  <a:gd name="connsiteX2" fmla="*/ 27928 w 27927"/>
                  <a:gd name="connsiteY2" fmla="*/ 0 h 35287"/>
                  <a:gd name="connsiteX3" fmla="*/ 0 w 27927"/>
                  <a:gd name="connsiteY3" fmla="*/ 35287 h 35287"/>
                  <a:gd name="connsiteX4" fmla="*/ 2820 w 27927"/>
                  <a:gd name="connsiteY4" fmla="*/ 35287 h 3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927" h="35287">
                    <a:moveTo>
                      <a:pt x="2820" y="35287"/>
                    </a:moveTo>
                    <a:lnTo>
                      <a:pt x="27928" y="3577"/>
                    </a:lnTo>
                    <a:lnTo>
                      <a:pt x="27928" y="0"/>
                    </a:lnTo>
                    <a:lnTo>
                      <a:pt x="0" y="35287"/>
                    </a:lnTo>
                    <a:lnTo>
                      <a:pt x="2820" y="3528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  <p:sp>
            <p:nvSpPr>
              <p:cNvPr id="96" name="자유형: 도형 1422">
                <a:extLst>
                  <a:ext uri="{FF2B5EF4-FFF2-40B4-BE49-F238E27FC236}">
                    <a16:creationId xmlns:a16="http://schemas.microsoft.com/office/drawing/2014/main" id="{CAD5067A-008A-A83D-A5D7-BF77789F9743}"/>
                  </a:ext>
                </a:extLst>
              </p:cNvPr>
              <p:cNvSpPr/>
              <p:nvPr/>
            </p:nvSpPr>
            <p:spPr>
              <a:xfrm>
                <a:off x="8300788" y="4823623"/>
                <a:ext cx="14170" cy="17884"/>
              </a:xfrm>
              <a:custGeom>
                <a:avLst/>
                <a:gdLst>
                  <a:gd name="connsiteX0" fmla="*/ 2820 w 14170"/>
                  <a:gd name="connsiteY0" fmla="*/ 17884 h 17884"/>
                  <a:gd name="connsiteX1" fmla="*/ 14170 w 14170"/>
                  <a:gd name="connsiteY1" fmla="*/ 3577 h 17884"/>
                  <a:gd name="connsiteX2" fmla="*/ 14170 w 14170"/>
                  <a:gd name="connsiteY2" fmla="*/ 0 h 17884"/>
                  <a:gd name="connsiteX3" fmla="*/ 0 w 14170"/>
                  <a:gd name="connsiteY3" fmla="*/ 17884 h 17884"/>
                  <a:gd name="connsiteX4" fmla="*/ 2820 w 14170"/>
                  <a:gd name="connsiteY4" fmla="*/ 17884 h 17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70" h="17884">
                    <a:moveTo>
                      <a:pt x="2820" y="17884"/>
                    </a:moveTo>
                    <a:lnTo>
                      <a:pt x="14170" y="3577"/>
                    </a:lnTo>
                    <a:lnTo>
                      <a:pt x="14170" y="0"/>
                    </a:lnTo>
                    <a:lnTo>
                      <a:pt x="0" y="17884"/>
                    </a:lnTo>
                    <a:lnTo>
                      <a:pt x="2820" y="178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endParaRPr>
              </a:p>
            </p:txBody>
          </p:sp>
        </p:grpSp>
      </p:grpSp>
      <p:sp>
        <p:nvSpPr>
          <p:cNvPr id="117" name="제목 1">
            <a:extLst>
              <a:ext uri="{FF2B5EF4-FFF2-40B4-BE49-F238E27FC236}">
                <a16:creationId xmlns:a16="http://schemas.microsoft.com/office/drawing/2014/main" id="{C4915CEA-E490-4BA4-814E-BCCB6882F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552" y="1052736"/>
            <a:ext cx="8517179" cy="286232"/>
          </a:xfrm>
        </p:spPr>
        <p:txBody>
          <a:bodyPr wrap="square" lIns="36000" rIns="0" anchor="ctr">
            <a:spAutoFit/>
          </a:bodyPr>
          <a:lstStyle>
            <a:lvl1pPr>
              <a:defRPr sz="1400" b="0" spc="-80" baseline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0"/>
                </a:gra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D934D-13F1-5099-3A29-D9A63868D855}"/>
              </a:ext>
            </a:extLst>
          </p:cNvPr>
          <p:cNvSpPr txBox="1"/>
          <p:nvPr userDrawn="1"/>
        </p:nvSpPr>
        <p:spPr>
          <a:xfrm>
            <a:off x="8052906" y="144000"/>
            <a:ext cx="1638294" cy="25712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none" lIns="18000" tIns="10800" rIns="36000" bIns="0" rtlCol="0" anchor="t">
            <a:spAutoFit/>
          </a:bodyPr>
          <a:lstStyle/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신한신용정보 </a:t>
            </a:r>
            <a: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2026</a:t>
            </a: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년 </a:t>
            </a:r>
            <a:r>
              <a:rPr lang="ko-KR" altLang="en-US" sz="800" spc="0" baseline="0" dirty="0" err="1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이노체인저</a:t>
            </a: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과정</a:t>
            </a:r>
            <a:endParaRPr lang="en-US" altLang="ko-KR" sz="800" spc="0" baseline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5400000" scaled="1"/>
              </a:gra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과정운영 결과보고서</a:t>
            </a:r>
          </a:p>
        </p:txBody>
      </p:sp>
    </p:spTree>
    <p:extLst>
      <p:ext uri="{BB962C8B-B14F-4D97-AF65-F5344CB8AC3E}">
        <p14:creationId xmlns:p14="http://schemas.microsoft.com/office/powerpoint/2010/main" val="365135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002">
          <p15:clr>
            <a:srgbClr val="9FCC3B"/>
          </p15:clr>
        </p15:guide>
        <p15:guide id="3" pos="3120">
          <p15:clr>
            <a:srgbClr val="FBAE40"/>
          </p15:clr>
        </p15:guide>
        <p15:guide id="4" pos="203">
          <p15:clr>
            <a:srgbClr val="9FCC3B"/>
          </p15:clr>
        </p15:guide>
        <p15:guide id="5" pos="6036">
          <p15:clr>
            <a:srgbClr val="9FCC3B"/>
          </p15:clr>
        </p15:guide>
        <p15:guide id="6" orient="horz" pos="735">
          <p15:clr>
            <a:srgbClr val="9FCC3B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0" y="6498000"/>
            <a:ext cx="99072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그림 개체 틀 5">
            <a:extLst>
              <a:ext uri="{FF2B5EF4-FFF2-40B4-BE49-F238E27FC236}">
                <a16:creationId xmlns:a16="http://schemas.microsoft.com/office/drawing/2014/main" id="{A91142B1-0EBC-5340-A4E9-81C2E74F02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7965" y="1463128"/>
            <a:ext cx="4441784" cy="238559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0" name="그림 개체 틀 5">
            <a:extLst>
              <a:ext uri="{FF2B5EF4-FFF2-40B4-BE49-F238E27FC236}">
                <a16:creationId xmlns:a16="http://schemas.microsoft.com/office/drawing/2014/main" id="{EEE1A978-5082-7B25-5997-D76DA87073C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7965" y="3928822"/>
            <a:ext cx="4441784" cy="238559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1" name="그림 개체 틀 5">
            <a:extLst>
              <a:ext uri="{FF2B5EF4-FFF2-40B4-BE49-F238E27FC236}">
                <a16:creationId xmlns:a16="http://schemas.microsoft.com/office/drawing/2014/main" id="{2689C9D9-92AC-38FE-DAB7-3B9709C31C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43600" y="1463128"/>
            <a:ext cx="4441784" cy="238559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2" name="그림 개체 틀 5">
            <a:extLst>
              <a:ext uri="{FF2B5EF4-FFF2-40B4-BE49-F238E27FC236}">
                <a16:creationId xmlns:a16="http://schemas.microsoft.com/office/drawing/2014/main" id="{A39A8579-5CAE-359C-DB19-D56BD1AF04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49386" y="3928822"/>
            <a:ext cx="4441784" cy="2385598"/>
          </a:xfrm>
        </p:spPr>
        <p:txBody>
          <a:bodyPr/>
          <a:lstStyle/>
          <a:p>
            <a:endParaRPr lang="ko-KR" altLang="en-US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08484" y="0"/>
            <a:ext cx="0" cy="797983"/>
          </a:xfrm>
          <a:prstGeom prst="line">
            <a:avLst/>
          </a:prstGeom>
          <a:ln w="12700">
            <a:solidFill>
              <a:srgbClr val="1EBC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 userDrawn="1"/>
        </p:nvSpPr>
        <p:spPr>
          <a:xfrm>
            <a:off x="448196" y="372418"/>
            <a:ext cx="143340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700" spc="-200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36A86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Appendix</a:t>
            </a:r>
            <a:endParaRPr lang="ko-KR" altLang="en-US" sz="2700" dirty="0">
              <a:solidFill>
                <a:srgbClr val="36A86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사각형: 둥근 모서리 3">
            <a:extLst>
              <a:ext uri="{FF2B5EF4-FFF2-40B4-BE49-F238E27FC236}">
                <a16:creationId xmlns:a16="http://schemas.microsoft.com/office/drawing/2014/main" id="{573C4F1F-DE48-F3D9-D703-2BDCF6DE62A4}"/>
              </a:ext>
            </a:extLst>
          </p:cNvPr>
          <p:cNvSpPr/>
          <p:nvPr userDrawn="1"/>
        </p:nvSpPr>
        <p:spPr>
          <a:xfrm>
            <a:off x="323372" y="961935"/>
            <a:ext cx="9258778" cy="460524"/>
          </a:xfrm>
          <a:prstGeom prst="roundRect">
            <a:avLst>
              <a:gd name="adj" fmla="val 532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0" name="제목 1">
            <a:extLst>
              <a:ext uri="{FF2B5EF4-FFF2-40B4-BE49-F238E27FC236}">
                <a16:creationId xmlns:a16="http://schemas.microsoft.com/office/drawing/2014/main" id="{C4915CEA-E490-4BA4-814E-BCCB6882F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552" y="1052736"/>
            <a:ext cx="8517179" cy="286232"/>
          </a:xfrm>
        </p:spPr>
        <p:txBody>
          <a:bodyPr wrap="square" lIns="36000" rIns="0" anchor="ctr">
            <a:spAutoFit/>
          </a:bodyPr>
          <a:lstStyle>
            <a:lvl1pPr>
              <a:defRPr sz="1400" b="0" spc="-80" baseline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0"/>
                </a:gra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61" name="그래픽 2">
            <a:extLst>
              <a:ext uri="{FF2B5EF4-FFF2-40B4-BE49-F238E27FC236}">
                <a16:creationId xmlns:a16="http://schemas.microsoft.com/office/drawing/2014/main" id="{B8C0369D-2A85-D11A-37A6-21CDFA8DDA7D}"/>
              </a:ext>
            </a:extLst>
          </p:cNvPr>
          <p:cNvGrpSpPr/>
          <p:nvPr userDrawn="1"/>
        </p:nvGrpSpPr>
        <p:grpSpPr>
          <a:xfrm>
            <a:off x="448196" y="1088740"/>
            <a:ext cx="335121" cy="215352"/>
            <a:chOff x="5855365" y="534931"/>
            <a:chExt cx="367181" cy="259943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7C38AC00-88B0-B86E-9C9C-D0198B8E3D8D}"/>
                </a:ext>
              </a:extLst>
            </p:cNvPr>
            <p:cNvSpPr/>
            <p:nvPr/>
          </p:nvSpPr>
          <p:spPr>
            <a:xfrm>
              <a:off x="5864720" y="605368"/>
              <a:ext cx="7016" cy="24006"/>
            </a:xfrm>
            <a:custGeom>
              <a:avLst/>
              <a:gdLst>
                <a:gd name="connsiteX0" fmla="*/ 0 w 7016"/>
                <a:gd name="connsiteY0" fmla="*/ 0 h 24006"/>
                <a:gd name="connsiteX1" fmla="*/ 7016 w 7016"/>
                <a:gd name="connsiteY1" fmla="*/ 0 h 24006"/>
                <a:gd name="connsiteX2" fmla="*/ 7016 w 7016"/>
                <a:gd name="connsiteY2" fmla="*/ 24006 h 24006"/>
                <a:gd name="connsiteX3" fmla="*/ 0 w 7016"/>
                <a:gd name="connsiteY3" fmla="*/ 24006 h 2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" h="24006">
                  <a:moveTo>
                    <a:pt x="0" y="0"/>
                  </a:moveTo>
                  <a:lnTo>
                    <a:pt x="7016" y="0"/>
                  </a:lnTo>
                  <a:lnTo>
                    <a:pt x="7016" y="24006"/>
                  </a:lnTo>
                  <a:lnTo>
                    <a:pt x="0" y="24006"/>
                  </a:lnTo>
                  <a:close/>
                </a:path>
              </a:pathLst>
            </a:custGeom>
            <a:no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6918575B-C21D-B10E-2ACC-6411B5E013BA}"/>
                </a:ext>
              </a:extLst>
            </p:cNvPr>
            <p:cNvSpPr/>
            <p:nvPr/>
          </p:nvSpPr>
          <p:spPr>
            <a:xfrm>
              <a:off x="5972164" y="609014"/>
              <a:ext cx="149954" cy="149954"/>
            </a:xfrm>
            <a:custGeom>
              <a:avLst/>
              <a:gdLst>
                <a:gd name="connsiteX0" fmla="*/ 74977 w 149954"/>
                <a:gd name="connsiteY0" fmla="*/ 149954 h 149954"/>
                <a:gd name="connsiteX1" fmla="*/ 149954 w 149954"/>
                <a:gd name="connsiteY1" fmla="*/ 74977 h 149954"/>
                <a:gd name="connsiteX2" fmla="*/ 74977 w 149954"/>
                <a:gd name="connsiteY2" fmla="*/ 0 h 149954"/>
                <a:gd name="connsiteX3" fmla="*/ 0 w 149954"/>
                <a:gd name="connsiteY3" fmla="*/ 74977 h 149954"/>
                <a:gd name="connsiteX4" fmla="*/ 74977 w 149954"/>
                <a:gd name="connsiteY4" fmla="*/ 149954 h 149954"/>
                <a:gd name="connsiteX5" fmla="*/ 74977 w 149954"/>
                <a:gd name="connsiteY5" fmla="*/ 24969 h 149954"/>
                <a:gd name="connsiteX6" fmla="*/ 124985 w 149954"/>
                <a:gd name="connsiteY6" fmla="*/ 74977 h 149954"/>
                <a:gd name="connsiteX7" fmla="*/ 74977 w 149954"/>
                <a:gd name="connsiteY7" fmla="*/ 124985 h 149954"/>
                <a:gd name="connsiteX8" fmla="*/ 24969 w 149954"/>
                <a:gd name="connsiteY8" fmla="*/ 74977 h 149954"/>
                <a:gd name="connsiteX9" fmla="*/ 74977 w 149954"/>
                <a:gd name="connsiteY9" fmla="*/ 24969 h 149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954" h="149954">
                  <a:moveTo>
                    <a:pt x="74977" y="149954"/>
                  </a:moveTo>
                  <a:cubicBezTo>
                    <a:pt x="116386" y="149954"/>
                    <a:pt x="149954" y="116387"/>
                    <a:pt x="149954" y="74977"/>
                  </a:cubicBezTo>
                  <a:cubicBezTo>
                    <a:pt x="149954" y="33568"/>
                    <a:pt x="116386" y="0"/>
                    <a:pt x="74977" y="0"/>
                  </a:cubicBezTo>
                  <a:cubicBezTo>
                    <a:pt x="33568" y="0"/>
                    <a:pt x="0" y="33568"/>
                    <a:pt x="0" y="74977"/>
                  </a:cubicBezTo>
                  <a:cubicBezTo>
                    <a:pt x="0" y="116387"/>
                    <a:pt x="33568" y="149954"/>
                    <a:pt x="74977" y="149954"/>
                  </a:cubicBezTo>
                  <a:close/>
                  <a:moveTo>
                    <a:pt x="74977" y="24969"/>
                  </a:moveTo>
                  <a:cubicBezTo>
                    <a:pt x="102560" y="24969"/>
                    <a:pt x="124985" y="47325"/>
                    <a:pt x="124985" y="74977"/>
                  </a:cubicBezTo>
                  <a:cubicBezTo>
                    <a:pt x="124985" y="102629"/>
                    <a:pt x="102629" y="124985"/>
                    <a:pt x="74977" y="124985"/>
                  </a:cubicBezTo>
                  <a:cubicBezTo>
                    <a:pt x="47325" y="124985"/>
                    <a:pt x="24969" y="102560"/>
                    <a:pt x="24969" y="74977"/>
                  </a:cubicBezTo>
                  <a:cubicBezTo>
                    <a:pt x="24969" y="47394"/>
                    <a:pt x="47325" y="24969"/>
                    <a:pt x="74977" y="24969"/>
                  </a:cubicBezTo>
                  <a:close/>
                </a:path>
              </a:pathLst>
            </a:custGeom>
            <a:no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64" name="자유형: 도형 1023">
              <a:extLst>
                <a:ext uri="{FF2B5EF4-FFF2-40B4-BE49-F238E27FC236}">
                  <a16:creationId xmlns:a16="http://schemas.microsoft.com/office/drawing/2014/main" id="{16AD6B95-C468-A6BA-B86B-8726E3354907}"/>
                </a:ext>
              </a:extLst>
            </p:cNvPr>
            <p:cNvSpPr/>
            <p:nvPr/>
          </p:nvSpPr>
          <p:spPr>
            <a:xfrm>
              <a:off x="5855365" y="534931"/>
              <a:ext cx="367181" cy="259943"/>
            </a:xfrm>
            <a:custGeom>
              <a:avLst/>
              <a:gdLst>
                <a:gd name="connsiteX0" fmla="*/ 8461 w 367181"/>
                <a:gd name="connsiteY0" fmla="*/ 103730 h 259943"/>
                <a:gd name="connsiteX1" fmla="*/ 16371 w 367181"/>
                <a:gd name="connsiteY1" fmla="*/ 103730 h 259943"/>
                <a:gd name="connsiteX2" fmla="*/ 16371 w 367181"/>
                <a:gd name="connsiteY2" fmla="*/ 239996 h 259943"/>
                <a:gd name="connsiteX3" fmla="*/ 36319 w 367181"/>
                <a:gd name="connsiteY3" fmla="*/ 259944 h 259943"/>
                <a:gd name="connsiteX4" fmla="*/ 347165 w 367181"/>
                <a:gd name="connsiteY4" fmla="*/ 259944 h 259943"/>
                <a:gd name="connsiteX5" fmla="*/ 367182 w 367181"/>
                <a:gd name="connsiteY5" fmla="*/ 239996 h 259943"/>
                <a:gd name="connsiteX6" fmla="*/ 367182 w 367181"/>
                <a:gd name="connsiteY6" fmla="*/ 47738 h 259943"/>
                <a:gd name="connsiteX7" fmla="*/ 347165 w 367181"/>
                <a:gd name="connsiteY7" fmla="*/ 27790 h 259943"/>
                <a:gd name="connsiteX8" fmla="*/ 338016 w 367181"/>
                <a:gd name="connsiteY8" fmla="*/ 27790 h 259943"/>
                <a:gd name="connsiteX9" fmla="*/ 338016 w 367181"/>
                <a:gd name="connsiteY9" fmla="*/ 18916 h 259943"/>
                <a:gd name="connsiteX10" fmla="*/ 334852 w 367181"/>
                <a:gd name="connsiteY10" fmla="*/ 15752 h 259943"/>
                <a:gd name="connsiteX11" fmla="*/ 285326 w 367181"/>
                <a:gd name="connsiteY11" fmla="*/ 15752 h 259943"/>
                <a:gd name="connsiteX12" fmla="*/ 282161 w 367181"/>
                <a:gd name="connsiteY12" fmla="*/ 18916 h 259943"/>
                <a:gd name="connsiteX13" fmla="*/ 282161 w 367181"/>
                <a:gd name="connsiteY13" fmla="*/ 27790 h 259943"/>
                <a:gd name="connsiteX14" fmla="*/ 244604 w 367181"/>
                <a:gd name="connsiteY14" fmla="*/ 27790 h 259943"/>
                <a:gd name="connsiteX15" fmla="*/ 228646 w 367181"/>
                <a:gd name="connsiteY15" fmla="*/ 3646 h 259943"/>
                <a:gd name="connsiteX16" fmla="*/ 224381 w 367181"/>
                <a:gd name="connsiteY16" fmla="*/ 0 h 259943"/>
                <a:gd name="connsiteX17" fmla="*/ 159171 w 367181"/>
                <a:gd name="connsiteY17" fmla="*/ 0 h 259943"/>
                <a:gd name="connsiteX18" fmla="*/ 154907 w 367181"/>
                <a:gd name="connsiteY18" fmla="*/ 3646 h 259943"/>
                <a:gd name="connsiteX19" fmla="*/ 138948 w 367181"/>
                <a:gd name="connsiteY19" fmla="*/ 27790 h 259943"/>
                <a:gd name="connsiteX20" fmla="*/ 36319 w 367181"/>
                <a:gd name="connsiteY20" fmla="*/ 27790 h 259943"/>
                <a:gd name="connsiteX21" fmla="*/ 16371 w 367181"/>
                <a:gd name="connsiteY21" fmla="*/ 47738 h 259943"/>
                <a:gd name="connsiteX22" fmla="*/ 16371 w 367181"/>
                <a:gd name="connsiteY22" fmla="*/ 61082 h 259943"/>
                <a:gd name="connsiteX23" fmla="*/ 8461 w 367181"/>
                <a:gd name="connsiteY23" fmla="*/ 61082 h 259943"/>
                <a:gd name="connsiteX24" fmla="*/ 0 w 367181"/>
                <a:gd name="connsiteY24" fmla="*/ 69543 h 259943"/>
                <a:gd name="connsiteX25" fmla="*/ 0 w 367181"/>
                <a:gd name="connsiteY25" fmla="*/ 95338 h 259943"/>
                <a:gd name="connsiteX26" fmla="*/ 8461 w 367181"/>
                <a:gd name="connsiteY26" fmla="*/ 103799 h 259943"/>
                <a:gd name="connsiteX27" fmla="*/ 256986 w 367181"/>
                <a:gd name="connsiteY27" fmla="*/ 52828 h 259943"/>
                <a:gd name="connsiteX28" fmla="*/ 339667 w 367181"/>
                <a:gd name="connsiteY28" fmla="*/ 52828 h 259943"/>
                <a:gd name="connsiteX29" fmla="*/ 339667 w 367181"/>
                <a:gd name="connsiteY29" fmla="*/ 83094 h 259943"/>
                <a:gd name="connsiteX30" fmla="*/ 256986 w 367181"/>
                <a:gd name="connsiteY30" fmla="*/ 83094 h 259943"/>
                <a:gd name="connsiteX31" fmla="*/ 256986 w 367181"/>
                <a:gd name="connsiteY31" fmla="*/ 52828 h 259943"/>
                <a:gd name="connsiteX32" fmla="*/ 191776 w 367181"/>
                <a:gd name="connsiteY32" fmla="*/ 74014 h 259943"/>
                <a:gd name="connsiteX33" fmla="*/ 266753 w 367181"/>
                <a:gd name="connsiteY33" fmla="*/ 148991 h 259943"/>
                <a:gd name="connsiteX34" fmla="*/ 191776 w 367181"/>
                <a:gd name="connsiteY34" fmla="*/ 223968 h 259943"/>
                <a:gd name="connsiteX35" fmla="*/ 116799 w 367181"/>
                <a:gd name="connsiteY35" fmla="*/ 148991 h 259943"/>
                <a:gd name="connsiteX36" fmla="*/ 191776 w 367181"/>
                <a:gd name="connsiteY36" fmla="*/ 74014 h 259943"/>
                <a:gd name="connsiteX37" fmla="*/ 9286 w 367181"/>
                <a:gd name="connsiteY37" fmla="*/ 70368 h 259943"/>
                <a:gd name="connsiteX38" fmla="*/ 16302 w 367181"/>
                <a:gd name="connsiteY38" fmla="*/ 70368 h 259943"/>
                <a:gd name="connsiteX39" fmla="*/ 16302 w 367181"/>
                <a:gd name="connsiteY39" fmla="*/ 94375 h 259943"/>
                <a:gd name="connsiteX40" fmla="*/ 9286 w 367181"/>
                <a:gd name="connsiteY40" fmla="*/ 94375 h 259943"/>
                <a:gd name="connsiteX41" fmla="*/ 9286 w 367181"/>
                <a:gd name="connsiteY41" fmla="*/ 70368 h 259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67181" h="259943">
                  <a:moveTo>
                    <a:pt x="8461" y="103730"/>
                  </a:moveTo>
                  <a:lnTo>
                    <a:pt x="16371" y="103730"/>
                  </a:lnTo>
                  <a:lnTo>
                    <a:pt x="16371" y="239996"/>
                  </a:lnTo>
                  <a:cubicBezTo>
                    <a:pt x="16371" y="251001"/>
                    <a:pt x="25313" y="259944"/>
                    <a:pt x="36319" y="259944"/>
                  </a:cubicBezTo>
                  <a:lnTo>
                    <a:pt x="347165" y="259944"/>
                  </a:lnTo>
                  <a:cubicBezTo>
                    <a:pt x="358239" y="259944"/>
                    <a:pt x="367182" y="251001"/>
                    <a:pt x="367182" y="239996"/>
                  </a:cubicBezTo>
                  <a:lnTo>
                    <a:pt x="367182" y="47738"/>
                  </a:lnTo>
                  <a:cubicBezTo>
                    <a:pt x="367182" y="36732"/>
                    <a:pt x="358239" y="27790"/>
                    <a:pt x="347165" y="27790"/>
                  </a:cubicBezTo>
                  <a:lnTo>
                    <a:pt x="338016" y="27790"/>
                  </a:lnTo>
                  <a:lnTo>
                    <a:pt x="338016" y="18916"/>
                  </a:lnTo>
                  <a:cubicBezTo>
                    <a:pt x="338016" y="17128"/>
                    <a:pt x="336572" y="15752"/>
                    <a:pt x="334852" y="15752"/>
                  </a:cubicBezTo>
                  <a:lnTo>
                    <a:pt x="285326" y="15752"/>
                  </a:lnTo>
                  <a:cubicBezTo>
                    <a:pt x="283606" y="15752"/>
                    <a:pt x="282161" y="17197"/>
                    <a:pt x="282161" y="18916"/>
                  </a:cubicBezTo>
                  <a:lnTo>
                    <a:pt x="282161" y="27790"/>
                  </a:lnTo>
                  <a:lnTo>
                    <a:pt x="244604" y="27790"/>
                  </a:lnTo>
                  <a:lnTo>
                    <a:pt x="228646" y="3646"/>
                  </a:lnTo>
                  <a:cubicBezTo>
                    <a:pt x="228646" y="1582"/>
                    <a:pt x="226720" y="0"/>
                    <a:pt x="224381" y="0"/>
                  </a:cubicBezTo>
                  <a:lnTo>
                    <a:pt x="159171" y="0"/>
                  </a:lnTo>
                  <a:cubicBezTo>
                    <a:pt x="156833" y="0"/>
                    <a:pt x="154907" y="1651"/>
                    <a:pt x="154907" y="3646"/>
                  </a:cubicBezTo>
                  <a:lnTo>
                    <a:pt x="138948" y="27790"/>
                  </a:lnTo>
                  <a:lnTo>
                    <a:pt x="36319" y="27790"/>
                  </a:lnTo>
                  <a:cubicBezTo>
                    <a:pt x="25313" y="27790"/>
                    <a:pt x="16371" y="36732"/>
                    <a:pt x="16371" y="47738"/>
                  </a:cubicBezTo>
                  <a:lnTo>
                    <a:pt x="16371" y="61082"/>
                  </a:lnTo>
                  <a:lnTo>
                    <a:pt x="8461" y="61082"/>
                  </a:lnTo>
                  <a:cubicBezTo>
                    <a:pt x="3783" y="61082"/>
                    <a:pt x="0" y="64866"/>
                    <a:pt x="0" y="69543"/>
                  </a:cubicBezTo>
                  <a:lnTo>
                    <a:pt x="0" y="95338"/>
                  </a:lnTo>
                  <a:cubicBezTo>
                    <a:pt x="0" y="99947"/>
                    <a:pt x="3783" y="103799"/>
                    <a:pt x="8461" y="103799"/>
                  </a:cubicBezTo>
                  <a:close/>
                  <a:moveTo>
                    <a:pt x="256986" y="52828"/>
                  </a:moveTo>
                  <a:lnTo>
                    <a:pt x="339667" y="52828"/>
                  </a:lnTo>
                  <a:lnTo>
                    <a:pt x="339667" y="83094"/>
                  </a:lnTo>
                  <a:lnTo>
                    <a:pt x="256986" y="83094"/>
                  </a:lnTo>
                  <a:lnTo>
                    <a:pt x="256986" y="52828"/>
                  </a:lnTo>
                  <a:close/>
                  <a:moveTo>
                    <a:pt x="191776" y="74014"/>
                  </a:moveTo>
                  <a:cubicBezTo>
                    <a:pt x="233186" y="74014"/>
                    <a:pt x="266753" y="107582"/>
                    <a:pt x="266753" y="148991"/>
                  </a:cubicBezTo>
                  <a:cubicBezTo>
                    <a:pt x="266753" y="190401"/>
                    <a:pt x="233186" y="223968"/>
                    <a:pt x="191776" y="223968"/>
                  </a:cubicBezTo>
                  <a:cubicBezTo>
                    <a:pt x="150367" y="223968"/>
                    <a:pt x="116799" y="190401"/>
                    <a:pt x="116799" y="148991"/>
                  </a:cubicBezTo>
                  <a:cubicBezTo>
                    <a:pt x="116799" y="107582"/>
                    <a:pt x="150367" y="74014"/>
                    <a:pt x="191776" y="74014"/>
                  </a:cubicBezTo>
                  <a:close/>
                  <a:moveTo>
                    <a:pt x="9286" y="70368"/>
                  </a:moveTo>
                  <a:lnTo>
                    <a:pt x="16302" y="70368"/>
                  </a:lnTo>
                  <a:lnTo>
                    <a:pt x="16302" y="94375"/>
                  </a:lnTo>
                  <a:lnTo>
                    <a:pt x="9286" y="94375"/>
                  </a:lnTo>
                  <a:lnTo>
                    <a:pt x="9286" y="70368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65" name="자유형: 도형 1024">
              <a:extLst>
                <a:ext uri="{FF2B5EF4-FFF2-40B4-BE49-F238E27FC236}">
                  <a16:creationId xmlns:a16="http://schemas.microsoft.com/office/drawing/2014/main" id="{AFA52A53-3368-DF4F-1DC8-AA1B0BF977BC}"/>
                </a:ext>
              </a:extLst>
            </p:cNvPr>
            <p:cNvSpPr/>
            <p:nvPr/>
          </p:nvSpPr>
          <p:spPr>
            <a:xfrm>
              <a:off x="5997133" y="633983"/>
              <a:ext cx="100015" cy="100015"/>
            </a:xfrm>
            <a:custGeom>
              <a:avLst/>
              <a:gdLst>
                <a:gd name="connsiteX0" fmla="*/ 50008 w 100015"/>
                <a:gd name="connsiteY0" fmla="*/ 100015 h 100015"/>
                <a:gd name="connsiteX1" fmla="*/ 100015 w 100015"/>
                <a:gd name="connsiteY1" fmla="*/ 50008 h 100015"/>
                <a:gd name="connsiteX2" fmla="*/ 50008 w 100015"/>
                <a:gd name="connsiteY2" fmla="*/ 0 h 100015"/>
                <a:gd name="connsiteX3" fmla="*/ 0 w 100015"/>
                <a:gd name="connsiteY3" fmla="*/ 50008 h 100015"/>
                <a:gd name="connsiteX4" fmla="*/ 50008 w 100015"/>
                <a:gd name="connsiteY4" fmla="*/ 100015 h 10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5" h="100015">
                  <a:moveTo>
                    <a:pt x="50008" y="100015"/>
                  </a:moveTo>
                  <a:cubicBezTo>
                    <a:pt x="77591" y="100015"/>
                    <a:pt x="100015" y="77591"/>
                    <a:pt x="100015" y="50008"/>
                  </a:cubicBezTo>
                  <a:cubicBezTo>
                    <a:pt x="100015" y="22424"/>
                    <a:pt x="77660" y="0"/>
                    <a:pt x="50008" y="0"/>
                  </a:cubicBezTo>
                  <a:cubicBezTo>
                    <a:pt x="22356" y="0"/>
                    <a:pt x="0" y="22356"/>
                    <a:pt x="0" y="50008"/>
                  </a:cubicBezTo>
                  <a:cubicBezTo>
                    <a:pt x="0" y="77660"/>
                    <a:pt x="22356" y="100015"/>
                    <a:pt x="50008" y="100015"/>
                  </a:cubicBez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66" name="자유형: 도형 1025">
              <a:extLst>
                <a:ext uri="{FF2B5EF4-FFF2-40B4-BE49-F238E27FC236}">
                  <a16:creationId xmlns:a16="http://schemas.microsoft.com/office/drawing/2014/main" id="{EF5A2BAB-94F4-7418-0037-CAAA92E59A8D}"/>
                </a:ext>
              </a:extLst>
            </p:cNvPr>
            <p:cNvSpPr/>
            <p:nvPr/>
          </p:nvSpPr>
          <p:spPr>
            <a:xfrm>
              <a:off x="6112351" y="587828"/>
              <a:ext cx="41340" cy="30265"/>
            </a:xfrm>
            <a:custGeom>
              <a:avLst/>
              <a:gdLst>
                <a:gd name="connsiteX0" fmla="*/ 0 w 41340"/>
                <a:gd name="connsiteY0" fmla="*/ 0 h 30265"/>
                <a:gd name="connsiteX1" fmla="*/ 41341 w 41340"/>
                <a:gd name="connsiteY1" fmla="*/ 0 h 30265"/>
                <a:gd name="connsiteX2" fmla="*/ 41341 w 41340"/>
                <a:gd name="connsiteY2" fmla="*/ 30266 h 30265"/>
                <a:gd name="connsiteX3" fmla="*/ 0 w 41340"/>
                <a:gd name="connsiteY3" fmla="*/ 30266 h 30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340" h="30265">
                  <a:moveTo>
                    <a:pt x="0" y="0"/>
                  </a:moveTo>
                  <a:lnTo>
                    <a:pt x="41341" y="0"/>
                  </a:lnTo>
                  <a:lnTo>
                    <a:pt x="41341" y="30266"/>
                  </a:lnTo>
                  <a:lnTo>
                    <a:pt x="0" y="30266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67" name="자유형: 도형 1026">
              <a:extLst>
                <a:ext uri="{FF2B5EF4-FFF2-40B4-BE49-F238E27FC236}">
                  <a16:creationId xmlns:a16="http://schemas.microsoft.com/office/drawing/2014/main" id="{A13E8251-EE50-D0A9-7347-C95ACBDBCF8D}"/>
                </a:ext>
              </a:extLst>
            </p:cNvPr>
            <p:cNvSpPr/>
            <p:nvPr/>
          </p:nvSpPr>
          <p:spPr>
            <a:xfrm>
              <a:off x="6153760" y="587828"/>
              <a:ext cx="41340" cy="30265"/>
            </a:xfrm>
            <a:custGeom>
              <a:avLst/>
              <a:gdLst>
                <a:gd name="connsiteX0" fmla="*/ 0 w 41340"/>
                <a:gd name="connsiteY0" fmla="*/ 0 h 30265"/>
                <a:gd name="connsiteX1" fmla="*/ 41341 w 41340"/>
                <a:gd name="connsiteY1" fmla="*/ 0 h 30265"/>
                <a:gd name="connsiteX2" fmla="*/ 41341 w 41340"/>
                <a:gd name="connsiteY2" fmla="*/ 30266 h 30265"/>
                <a:gd name="connsiteX3" fmla="*/ 0 w 41340"/>
                <a:gd name="connsiteY3" fmla="*/ 30266 h 30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340" h="30265">
                  <a:moveTo>
                    <a:pt x="0" y="0"/>
                  </a:moveTo>
                  <a:lnTo>
                    <a:pt x="41341" y="0"/>
                  </a:lnTo>
                  <a:lnTo>
                    <a:pt x="41341" y="30266"/>
                  </a:lnTo>
                  <a:lnTo>
                    <a:pt x="0" y="30266"/>
                  </a:lnTo>
                  <a:close/>
                </a:path>
              </a:pathLst>
            </a:custGeom>
            <a:solidFill>
              <a:srgbClr val="97A6D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7BB6A27-485B-E50F-D710-9C190DC6C428}"/>
              </a:ext>
            </a:extLst>
          </p:cNvPr>
          <p:cNvSpPr txBox="1"/>
          <p:nvPr userDrawn="1"/>
        </p:nvSpPr>
        <p:spPr>
          <a:xfrm>
            <a:off x="8052906" y="144000"/>
            <a:ext cx="1638294" cy="25712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none" lIns="18000" tIns="10800" rIns="36000" bIns="0" rtlCol="0" anchor="t">
            <a:spAutoFit/>
          </a:bodyPr>
          <a:lstStyle/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신한신용정보 </a:t>
            </a:r>
            <a:r>
              <a:rPr lang="en-US" altLang="ko-KR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2026</a:t>
            </a: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년 </a:t>
            </a:r>
            <a:r>
              <a:rPr lang="ko-KR" altLang="en-US" sz="800" spc="0" baseline="0" dirty="0" err="1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이노체인저</a:t>
            </a:r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과정</a:t>
            </a:r>
            <a:endParaRPr lang="en-US" altLang="ko-KR" sz="800" spc="0" baseline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5400000" scaled="1"/>
              </a:gradFill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  <a:p>
            <a:pPr algn="r"/>
            <a:r>
              <a:rPr lang="ko-KR" altLang="en-US" sz="8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과정운영 결과보고서</a:t>
            </a:r>
          </a:p>
        </p:txBody>
      </p:sp>
    </p:spTree>
    <p:extLst>
      <p:ext uri="{BB962C8B-B14F-4D97-AF65-F5344CB8AC3E}">
        <p14:creationId xmlns:p14="http://schemas.microsoft.com/office/powerpoint/2010/main" val="1446801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002">
          <p15:clr>
            <a:srgbClr val="9FCC3B"/>
          </p15:clr>
        </p15:guide>
        <p15:guide id="3" pos="3120">
          <p15:clr>
            <a:srgbClr val="FBAE40"/>
          </p15:clr>
        </p15:guide>
        <p15:guide id="4" pos="203">
          <p15:clr>
            <a:srgbClr val="9FCC3B"/>
          </p15:clr>
        </p15:guide>
        <p15:guide id="5" pos="6036">
          <p15:clr>
            <a:srgbClr val="9FCC3B"/>
          </p15:clr>
        </p15:guide>
        <p15:guide id="6" orient="horz" pos="735">
          <p15:clr>
            <a:srgbClr val="9FCC3B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895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002">
          <p15:clr>
            <a:srgbClr val="9FCC3B"/>
          </p15:clr>
        </p15:guide>
        <p15:guide id="3" pos="3120">
          <p15:clr>
            <a:srgbClr val="FBAE40"/>
          </p15:clr>
        </p15:guide>
        <p15:guide id="4" pos="203">
          <p15:clr>
            <a:srgbClr val="9FCC3B"/>
          </p15:clr>
        </p15:guide>
        <p15:guide id="5" pos="6036">
          <p15:clr>
            <a:srgbClr val="9FCC3B"/>
          </p15:clr>
        </p15:guide>
        <p15:guide id="6" orient="horz" pos="735">
          <p15:clr>
            <a:srgbClr val="9FCC3B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뒤표지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EAC80">
                <a:lumMod val="57000"/>
                <a:lumOff val="43000"/>
                <a:alpha val="83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5166083"/>
            <a:ext cx="7488832" cy="726590"/>
          </a:xfrm>
          <a:prstGeom prst="rect">
            <a:avLst/>
          </a:prstGeom>
        </p:spPr>
      </p:pic>
      <p:sp>
        <p:nvSpPr>
          <p:cNvPr id="6" name="Shape">
            <a:extLst>
              <a:ext uri="{FF2B5EF4-FFF2-40B4-BE49-F238E27FC236}">
                <a16:creationId xmlns:a16="http://schemas.microsoft.com/office/drawing/2014/main" id="{E5D449AE-7069-A20B-13F9-3DA5DA2B7482}"/>
              </a:ext>
            </a:extLst>
          </p:cNvPr>
          <p:cNvSpPr/>
          <p:nvPr userDrawn="1"/>
        </p:nvSpPr>
        <p:spPr>
          <a:xfrm>
            <a:off x="9209483" y="1043354"/>
            <a:ext cx="692636" cy="1440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38" y="13141"/>
                </a:moveTo>
                <a:cubicBezTo>
                  <a:pt x="2987" y="13339"/>
                  <a:pt x="960" y="20558"/>
                  <a:pt x="250" y="21520"/>
                </a:cubicBezTo>
                <a:cubicBezTo>
                  <a:pt x="168" y="21547"/>
                  <a:pt x="83" y="21573"/>
                  <a:pt x="0" y="21600"/>
                </a:cubicBezTo>
                <a:cubicBezTo>
                  <a:pt x="1415" y="21431"/>
                  <a:pt x="2412" y="21223"/>
                  <a:pt x="3518" y="20888"/>
                </a:cubicBezTo>
                <a:cubicBezTo>
                  <a:pt x="5216" y="20374"/>
                  <a:pt x="10561" y="18109"/>
                  <a:pt x="16210" y="15101"/>
                </a:cubicBezTo>
                <a:cubicBezTo>
                  <a:pt x="18344" y="13601"/>
                  <a:pt x="20202" y="12056"/>
                  <a:pt x="21600" y="10366"/>
                </a:cubicBezTo>
                <a:lnTo>
                  <a:pt x="21600" y="0"/>
                </a:lnTo>
                <a:cubicBezTo>
                  <a:pt x="17604" y="2487"/>
                  <a:pt x="6959" y="9307"/>
                  <a:pt x="4038" y="13141"/>
                </a:cubicBezTo>
                <a:close/>
              </a:path>
            </a:pathLst>
          </a:custGeom>
          <a:gradFill flip="none" rotWithShape="1">
            <a:gsLst>
              <a:gs pos="93000">
                <a:schemeClr val="bg1">
                  <a:alpha val="0"/>
                </a:schemeClr>
              </a:gs>
              <a:gs pos="0">
                <a:srgbClr val="3EAC80"/>
              </a:gs>
            </a:gsLst>
            <a:path path="circle">
              <a:fillToRect l="100000" b="100000"/>
            </a:path>
            <a:tileRect t="-100000" r="-100000"/>
          </a:gradFill>
          <a:ln w="12700">
            <a:miter lim="400000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CF537551-6E7E-3F28-C792-7B410363782A}"/>
              </a:ext>
            </a:extLst>
          </p:cNvPr>
          <p:cNvSpPr/>
          <p:nvPr userDrawn="1"/>
        </p:nvSpPr>
        <p:spPr>
          <a:xfrm>
            <a:off x="6732983" y="2046825"/>
            <a:ext cx="2995080" cy="17251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304" extrusionOk="0">
                <a:moveTo>
                  <a:pt x="5057" y="13037"/>
                </a:moveTo>
                <a:cubicBezTo>
                  <a:pt x="3144" y="13969"/>
                  <a:pt x="1691" y="15669"/>
                  <a:pt x="734" y="16656"/>
                </a:cubicBezTo>
                <a:cubicBezTo>
                  <a:pt x="326" y="17077"/>
                  <a:pt x="118" y="17379"/>
                  <a:pt x="0" y="17675"/>
                </a:cubicBezTo>
                <a:cubicBezTo>
                  <a:pt x="6175" y="21600"/>
                  <a:pt x="13055" y="18220"/>
                  <a:pt x="16786" y="9792"/>
                </a:cubicBezTo>
                <a:cubicBezTo>
                  <a:pt x="17541" y="8149"/>
                  <a:pt x="18337" y="6546"/>
                  <a:pt x="19135" y="4953"/>
                </a:cubicBezTo>
                <a:cubicBezTo>
                  <a:pt x="19655" y="3915"/>
                  <a:pt x="20208" y="2912"/>
                  <a:pt x="20722" y="1868"/>
                </a:cubicBezTo>
                <a:cubicBezTo>
                  <a:pt x="21028" y="1245"/>
                  <a:pt x="21323" y="627"/>
                  <a:pt x="21600" y="0"/>
                </a:cubicBezTo>
                <a:cubicBezTo>
                  <a:pt x="20293" y="2244"/>
                  <a:pt x="19057" y="3934"/>
                  <a:pt x="18665" y="4317"/>
                </a:cubicBezTo>
                <a:cubicBezTo>
                  <a:pt x="18409" y="4567"/>
                  <a:pt x="18178" y="4722"/>
                  <a:pt x="17851" y="4849"/>
                </a:cubicBezTo>
                <a:cubicBezTo>
                  <a:pt x="14639" y="8206"/>
                  <a:pt x="10627" y="10172"/>
                  <a:pt x="6813" y="11982"/>
                </a:cubicBezTo>
                <a:cubicBezTo>
                  <a:pt x="6183" y="12407"/>
                  <a:pt x="5567" y="12788"/>
                  <a:pt x="5057" y="13037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000">
                <a:srgbClr val="3EAC80">
                  <a:alpha val="67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>
            <a:miter lim="400000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98E89D2A-CB2A-E6EE-74E4-299E41DEE072}"/>
              </a:ext>
            </a:extLst>
          </p:cNvPr>
          <p:cNvSpPr/>
          <p:nvPr userDrawn="1"/>
        </p:nvSpPr>
        <p:spPr>
          <a:xfrm>
            <a:off x="4488654" y="2895914"/>
            <a:ext cx="3178594" cy="1579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019" extrusionOk="0">
                <a:moveTo>
                  <a:pt x="15872" y="6875"/>
                </a:moveTo>
                <a:cubicBezTo>
                  <a:pt x="16774" y="5924"/>
                  <a:pt x="18143" y="4287"/>
                  <a:pt x="19946" y="3389"/>
                </a:cubicBezTo>
                <a:cubicBezTo>
                  <a:pt x="20427" y="3150"/>
                  <a:pt x="21007" y="2782"/>
                  <a:pt x="21600" y="2373"/>
                </a:cubicBezTo>
                <a:cubicBezTo>
                  <a:pt x="20766" y="2777"/>
                  <a:pt x="19943" y="3173"/>
                  <a:pt x="19141" y="3576"/>
                </a:cubicBezTo>
                <a:cubicBezTo>
                  <a:pt x="17886" y="4208"/>
                  <a:pt x="16588" y="4754"/>
                  <a:pt x="15259" y="4739"/>
                </a:cubicBezTo>
                <a:cubicBezTo>
                  <a:pt x="13801" y="4723"/>
                  <a:pt x="12547" y="4096"/>
                  <a:pt x="11286" y="2964"/>
                </a:cubicBezTo>
                <a:cubicBezTo>
                  <a:pt x="7189" y="-714"/>
                  <a:pt x="3597" y="-1762"/>
                  <a:pt x="0" y="4477"/>
                </a:cubicBezTo>
                <a:cubicBezTo>
                  <a:pt x="1915" y="5079"/>
                  <a:pt x="3117" y="6188"/>
                  <a:pt x="3685" y="10360"/>
                </a:cubicBezTo>
                <a:cubicBezTo>
                  <a:pt x="3797" y="11232"/>
                  <a:pt x="3944" y="12182"/>
                  <a:pt x="4093" y="13082"/>
                </a:cubicBezTo>
                <a:cubicBezTo>
                  <a:pt x="4478" y="14311"/>
                  <a:pt x="4975" y="15362"/>
                  <a:pt x="5410" y="15869"/>
                </a:cubicBezTo>
                <a:cubicBezTo>
                  <a:pt x="8810" y="19838"/>
                  <a:pt x="12266" y="12631"/>
                  <a:pt x="15175" y="7852"/>
                </a:cubicBezTo>
                <a:cubicBezTo>
                  <a:pt x="15177" y="7853"/>
                  <a:pt x="15179" y="7854"/>
                  <a:pt x="15181" y="7856"/>
                </a:cubicBezTo>
                <a:cubicBezTo>
                  <a:pt x="15292" y="7570"/>
                  <a:pt x="15488" y="7280"/>
                  <a:pt x="15872" y="6875"/>
                </a:cubicBezTo>
                <a:close/>
              </a:path>
            </a:pathLst>
          </a:custGeom>
          <a:gradFill flip="none" rotWithShape="1">
            <a:gsLst>
              <a:gs pos="93000">
                <a:schemeClr val="bg1">
                  <a:alpha val="0"/>
                </a:schemeClr>
              </a:gs>
              <a:gs pos="0">
                <a:schemeClr val="bg1">
                  <a:alpha val="0"/>
                </a:schemeClr>
              </a:gs>
              <a:gs pos="18000">
                <a:srgbClr val="3EAC80">
                  <a:alpha val="8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>
            <a:miter lim="400000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2BD98A78-AD49-84B5-2368-BAF9444FEE9B}"/>
              </a:ext>
            </a:extLst>
          </p:cNvPr>
          <p:cNvSpPr/>
          <p:nvPr userDrawn="1"/>
        </p:nvSpPr>
        <p:spPr>
          <a:xfrm>
            <a:off x="0" y="3296357"/>
            <a:ext cx="5106467" cy="28234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797" extrusionOk="0">
                <a:moveTo>
                  <a:pt x="12045" y="18461"/>
                </a:moveTo>
                <a:cubicBezTo>
                  <a:pt x="14242" y="16279"/>
                  <a:pt x="15486" y="12835"/>
                  <a:pt x="16504" y="8928"/>
                </a:cubicBezTo>
                <a:cubicBezTo>
                  <a:pt x="16947" y="7228"/>
                  <a:pt x="17302" y="5177"/>
                  <a:pt x="18150" y="3906"/>
                </a:cubicBezTo>
                <a:cubicBezTo>
                  <a:pt x="19431" y="1984"/>
                  <a:pt x="20550" y="3092"/>
                  <a:pt x="21394" y="5098"/>
                </a:cubicBezTo>
                <a:cubicBezTo>
                  <a:pt x="21453" y="5384"/>
                  <a:pt x="21523" y="5666"/>
                  <a:pt x="21600" y="5936"/>
                </a:cubicBezTo>
                <a:cubicBezTo>
                  <a:pt x="21507" y="5321"/>
                  <a:pt x="21416" y="4671"/>
                  <a:pt x="21346" y="4075"/>
                </a:cubicBezTo>
                <a:cubicBezTo>
                  <a:pt x="20992" y="1223"/>
                  <a:pt x="20244" y="465"/>
                  <a:pt x="19052" y="53"/>
                </a:cubicBezTo>
                <a:cubicBezTo>
                  <a:pt x="16658" y="-464"/>
                  <a:pt x="15017" y="2916"/>
                  <a:pt x="13257" y="5089"/>
                </a:cubicBezTo>
                <a:cubicBezTo>
                  <a:pt x="11510" y="7246"/>
                  <a:pt x="9431" y="8654"/>
                  <a:pt x="7270" y="8704"/>
                </a:cubicBezTo>
                <a:cubicBezTo>
                  <a:pt x="5383" y="8748"/>
                  <a:pt x="3679" y="7635"/>
                  <a:pt x="2131" y="5814"/>
                </a:cubicBezTo>
                <a:cubicBezTo>
                  <a:pt x="1926" y="5574"/>
                  <a:pt x="945" y="3936"/>
                  <a:pt x="0" y="2249"/>
                </a:cubicBezTo>
                <a:lnTo>
                  <a:pt x="0" y="17341"/>
                </a:lnTo>
                <a:cubicBezTo>
                  <a:pt x="1645" y="18778"/>
                  <a:pt x="4949" y="20541"/>
                  <a:pt x="5434" y="20646"/>
                </a:cubicBezTo>
                <a:cubicBezTo>
                  <a:pt x="7701" y="21136"/>
                  <a:pt x="10052" y="20440"/>
                  <a:pt x="12045" y="18461"/>
                </a:cubicBezTo>
                <a:close/>
              </a:path>
            </a:pathLst>
          </a:custGeom>
          <a:gradFill flip="none" rotWithShape="1">
            <a:gsLst>
              <a:gs pos="80000">
                <a:schemeClr val="bg1">
                  <a:alpha val="0"/>
                </a:schemeClr>
              </a:gs>
              <a:gs pos="0">
                <a:srgbClr val="3EAC80">
                  <a:alpha val="5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>
            <a:miter lim="400000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E6DAAB95-3DDB-6432-EBB5-AC1F39053C3C}"/>
              </a:ext>
            </a:extLst>
          </p:cNvPr>
          <p:cNvSpPr/>
          <p:nvPr userDrawn="1"/>
        </p:nvSpPr>
        <p:spPr>
          <a:xfrm>
            <a:off x="0" y="1583684"/>
            <a:ext cx="9906001" cy="28966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02" extrusionOk="0">
                <a:moveTo>
                  <a:pt x="2646" y="20811"/>
                </a:moveTo>
                <a:cubicBezTo>
                  <a:pt x="2977" y="21074"/>
                  <a:pt x="3321" y="21202"/>
                  <a:pt x="3670" y="21202"/>
                </a:cubicBezTo>
                <a:cubicBezTo>
                  <a:pt x="4764" y="21202"/>
                  <a:pt x="5911" y="19942"/>
                  <a:pt x="6888" y="17593"/>
                </a:cubicBezTo>
                <a:cubicBezTo>
                  <a:pt x="7079" y="17132"/>
                  <a:pt x="7267" y="16627"/>
                  <a:pt x="7448" y="16139"/>
                </a:cubicBezTo>
                <a:cubicBezTo>
                  <a:pt x="7863" y="15024"/>
                  <a:pt x="8291" y="13871"/>
                  <a:pt x="8784" y="13202"/>
                </a:cubicBezTo>
                <a:cubicBezTo>
                  <a:pt x="9478" y="12263"/>
                  <a:pt x="10413" y="12585"/>
                  <a:pt x="10778" y="14750"/>
                </a:cubicBezTo>
                <a:cubicBezTo>
                  <a:pt x="10892" y="15425"/>
                  <a:pt x="10941" y="16231"/>
                  <a:pt x="10989" y="17010"/>
                </a:cubicBezTo>
                <a:cubicBezTo>
                  <a:pt x="11050" y="18018"/>
                  <a:pt x="11114" y="19059"/>
                  <a:pt x="11316" y="19872"/>
                </a:cubicBezTo>
                <a:cubicBezTo>
                  <a:pt x="11747" y="21600"/>
                  <a:pt x="12583" y="21355"/>
                  <a:pt x="13143" y="20119"/>
                </a:cubicBezTo>
                <a:cubicBezTo>
                  <a:pt x="13487" y="19359"/>
                  <a:pt x="13764" y="18319"/>
                  <a:pt x="14033" y="17314"/>
                </a:cubicBezTo>
                <a:cubicBezTo>
                  <a:pt x="14185" y="16743"/>
                  <a:pt x="14342" y="16153"/>
                  <a:pt x="14509" y="15625"/>
                </a:cubicBezTo>
                <a:cubicBezTo>
                  <a:pt x="15307" y="13103"/>
                  <a:pt x="16381" y="11769"/>
                  <a:pt x="17503" y="10516"/>
                </a:cubicBezTo>
                <a:lnTo>
                  <a:pt x="17596" y="10413"/>
                </a:lnTo>
                <a:cubicBezTo>
                  <a:pt x="18648" y="9240"/>
                  <a:pt x="19736" y="8027"/>
                  <a:pt x="20596" y="5636"/>
                </a:cubicBezTo>
                <a:cubicBezTo>
                  <a:pt x="21002" y="4508"/>
                  <a:pt x="21370" y="2959"/>
                  <a:pt x="21600" y="1213"/>
                </a:cubicBezTo>
                <a:lnTo>
                  <a:pt x="21600" y="0"/>
                </a:lnTo>
                <a:cubicBezTo>
                  <a:pt x="21404" y="2100"/>
                  <a:pt x="20985" y="3995"/>
                  <a:pt x="20514" y="5304"/>
                </a:cubicBezTo>
                <a:cubicBezTo>
                  <a:pt x="19672" y="7644"/>
                  <a:pt x="18596" y="8844"/>
                  <a:pt x="17556" y="10004"/>
                </a:cubicBezTo>
                <a:lnTo>
                  <a:pt x="17463" y="10108"/>
                </a:lnTo>
                <a:cubicBezTo>
                  <a:pt x="16326" y="11377"/>
                  <a:pt x="15238" y="12729"/>
                  <a:pt x="14421" y="15312"/>
                </a:cubicBezTo>
                <a:cubicBezTo>
                  <a:pt x="14250" y="15853"/>
                  <a:pt x="14091" y="16450"/>
                  <a:pt x="13937" y="17027"/>
                </a:cubicBezTo>
                <a:cubicBezTo>
                  <a:pt x="13674" y="18012"/>
                  <a:pt x="13402" y="19031"/>
                  <a:pt x="13072" y="19760"/>
                </a:cubicBezTo>
                <a:cubicBezTo>
                  <a:pt x="12559" y="20891"/>
                  <a:pt x="11800" y="21139"/>
                  <a:pt x="11415" y="19596"/>
                </a:cubicBezTo>
                <a:cubicBezTo>
                  <a:pt x="11233" y="18867"/>
                  <a:pt x="11176" y="17923"/>
                  <a:pt x="11114" y="16924"/>
                </a:cubicBezTo>
                <a:cubicBezTo>
                  <a:pt x="11065" y="16112"/>
                  <a:pt x="11013" y="15272"/>
                  <a:pt x="10890" y="14538"/>
                </a:cubicBezTo>
                <a:cubicBezTo>
                  <a:pt x="10490" y="12167"/>
                  <a:pt x="9481" y="11794"/>
                  <a:pt x="8736" y="12803"/>
                </a:cubicBezTo>
                <a:cubicBezTo>
                  <a:pt x="8225" y="13496"/>
                  <a:pt x="7789" y="14669"/>
                  <a:pt x="7368" y="15803"/>
                </a:cubicBezTo>
                <a:cubicBezTo>
                  <a:pt x="7188" y="16288"/>
                  <a:pt x="7002" y="16789"/>
                  <a:pt x="6813" y="17243"/>
                </a:cubicBezTo>
                <a:cubicBezTo>
                  <a:pt x="5554" y="20271"/>
                  <a:pt x="4008" y="21448"/>
                  <a:pt x="2676" y="20393"/>
                </a:cubicBezTo>
                <a:cubicBezTo>
                  <a:pt x="1782" y="19684"/>
                  <a:pt x="756" y="17426"/>
                  <a:pt x="0" y="14752"/>
                </a:cubicBezTo>
                <a:lnTo>
                  <a:pt x="0" y="15362"/>
                </a:lnTo>
                <a:cubicBezTo>
                  <a:pt x="764" y="17957"/>
                  <a:pt x="1767" y="20115"/>
                  <a:pt x="2646" y="20811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2400000" scaled="0"/>
            <a:tileRect/>
          </a:gradFill>
          <a:ln w="12700">
            <a:miter lim="400000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30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3175914" y="1719153"/>
            <a:ext cx="35541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800" b="1" dirty="0">
                <a:ln>
                  <a:solidFill>
                    <a:srgbClr val="A0C5FF">
                      <a:shade val="50000"/>
                      <a:alpha val="0"/>
                    </a:srgbClr>
                  </a:solidFill>
                </a:ln>
                <a:solidFill>
                  <a:srgbClr val="1A5235"/>
                </a:solidFill>
                <a:latin typeface="+mj-lt"/>
                <a:ea typeface="나눔스퀘어 ExtraBold" panose="020B0600000101010101" pitchFamily="50" charset="-127"/>
                <a:cs typeface="+mj-cs"/>
              </a:rPr>
              <a:t>END OF DOCUMENT</a:t>
            </a:r>
            <a:endParaRPr lang="ko-KR" altLang="en-US" sz="2800" b="1" dirty="0">
              <a:ln>
                <a:solidFill>
                  <a:srgbClr val="A0C5FF">
                    <a:shade val="50000"/>
                    <a:alpha val="0"/>
                  </a:srgbClr>
                </a:solidFill>
              </a:ln>
              <a:solidFill>
                <a:srgbClr val="1A5235"/>
              </a:solidFill>
              <a:latin typeface="+mj-lt"/>
              <a:ea typeface="나눔스퀘어 ExtraBold" panose="020B0600000101010101" pitchFamily="50" charset="-127"/>
              <a:cs typeface="+mj-cs"/>
            </a:endParaRPr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2CE4177D-CB0E-06BF-8ED6-B80211D7920B}"/>
              </a:ext>
            </a:extLst>
          </p:cNvPr>
          <p:cNvGrpSpPr/>
          <p:nvPr userDrawn="1"/>
        </p:nvGrpSpPr>
        <p:grpSpPr>
          <a:xfrm>
            <a:off x="4333208" y="6223299"/>
            <a:ext cx="1239585" cy="710410"/>
            <a:chOff x="4727707" y="6299008"/>
            <a:chExt cx="1239585" cy="710410"/>
          </a:xfrm>
        </p:grpSpPr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05A318BF-6BE6-085E-1555-0CE42303E45E}"/>
                </a:ext>
              </a:extLst>
            </p:cNvPr>
            <p:cNvSpPr/>
            <p:nvPr/>
          </p:nvSpPr>
          <p:spPr>
            <a:xfrm rot="5400000">
              <a:off x="4661315" y="6365400"/>
              <a:ext cx="710410" cy="577626"/>
            </a:xfrm>
            <a:custGeom>
              <a:avLst/>
              <a:gdLst>
                <a:gd name="connsiteX0" fmla="*/ 460067 w 475634"/>
                <a:gd name="connsiteY0" fmla="*/ 355600 h 386734"/>
                <a:gd name="connsiteX1" fmla="*/ 475634 w 475634"/>
                <a:gd name="connsiteY1" fmla="*/ 371167 h 386734"/>
                <a:gd name="connsiteX2" fmla="*/ 460067 w 475634"/>
                <a:gd name="connsiteY2" fmla="*/ 386734 h 386734"/>
                <a:gd name="connsiteX3" fmla="*/ 444500 w 475634"/>
                <a:gd name="connsiteY3" fmla="*/ 371167 h 386734"/>
                <a:gd name="connsiteX4" fmla="*/ 460067 w 475634"/>
                <a:gd name="connsiteY4" fmla="*/ 355600 h 386734"/>
                <a:gd name="connsiteX5" fmla="*/ 371167 w 475634"/>
                <a:gd name="connsiteY5" fmla="*/ 355600 h 386734"/>
                <a:gd name="connsiteX6" fmla="*/ 386734 w 475634"/>
                <a:gd name="connsiteY6" fmla="*/ 371167 h 386734"/>
                <a:gd name="connsiteX7" fmla="*/ 371167 w 475634"/>
                <a:gd name="connsiteY7" fmla="*/ 386734 h 386734"/>
                <a:gd name="connsiteX8" fmla="*/ 355600 w 475634"/>
                <a:gd name="connsiteY8" fmla="*/ 371167 h 386734"/>
                <a:gd name="connsiteX9" fmla="*/ 371167 w 475634"/>
                <a:gd name="connsiteY9" fmla="*/ 355600 h 386734"/>
                <a:gd name="connsiteX10" fmla="*/ 282267 w 475634"/>
                <a:gd name="connsiteY10" fmla="*/ 355600 h 386734"/>
                <a:gd name="connsiteX11" fmla="*/ 297834 w 475634"/>
                <a:gd name="connsiteY11" fmla="*/ 371167 h 386734"/>
                <a:gd name="connsiteX12" fmla="*/ 282267 w 475634"/>
                <a:gd name="connsiteY12" fmla="*/ 386734 h 386734"/>
                <a:gd name="connsiteX13" fmla="*/ 266700 w 475634"/>
                <a:gd name="connsiteY13" fmla="*/ 371167 h 386734"/>
                <a:gd name="connsiteX14" fmla="*/ 282267 w 475634"/>
                <a:gd name="connsiteY14" fmla="*/ 355600 h 386734"/>
                <a:gd name="connsiteX15" fmla="*/ 193367 w 475634"/>
                <a:gd name="connsiteY15" fmla="*/ 355600 h 386734"/>
                <a:gd name="connsiteX16" fmla="*/ 208934 w 475634"/>
                <a:gd name="connsiteY16" fmla="*/ 371167 h 386734"/>
                <a:gd name="connsiteX17" fmla="*/ 193367 w 475634"/>
                <a:gd name="connsiteY17" fmla="*/ 386734 h 386734"/>
                <a:gd name="connsiteX18" fmla="*/ 177800 w 475634"/>
                <a:gd name="connsiteY18" fmla="*/ 371167 h 386734"/>
                <a:gd name="connsiteX19" fmla="*/ 193367 w 475634"/>
                <a:gd name="connsiteY19" fmla="*/ 355600 h 386734"/>
                <a:gd name="connsiteX20" fmla="*/ 104467 w 475634"/>
                <a:gd name="connsiteY20" fmla="*/ 355600 h 386734"/>
                <a:gd name="connsiteX21" fmla="*/ 120034 w 475634"/>
                <a:gd name="connsiteY21" fmla="*/ 371167 h 386734"/>
                <a:gd name="connsiteX22" fmla="*/ 104467 w 475634"/>
                <a:gd name="connsiteY22" fmla="*/ 386734 h 386734"/>
                <a:gd name="connsiteX23" fmla="*/ 88900 w 475634"/>
                <a:gd name="connsiteY23" fmla="*/ 371167 h 386734"/>
                <a:gd name="connsiteX24" fmla="*/ 104467 w 475634"/>
                <a:gd name="connsiteY24" fmla="*/ 355600 h 386734"/>
                <a:gd name="connsiteX25" fmla="*/ 15567 w 475634"/>
                <a:gd name="connsiteY25" fmla="*/ 355600 h 386734"/>
                <a:gd name="connsiteX26" fmla="*/ 31134 w 475634"/>
                <a:gd name="connsiteY26" fmla="*/ 371167 h 386734"/>
                <a:gd name="connsiteX27" fmla="*/ 15567 w 475634"/>
                <a:gd name="connsiteY27" fmla="*/ 386734 h 386734"/>
                <a:gd name="connsiteX28" fmla="*/ 0 w 475634"/>
                <a:gd name="connsiteY28" fmla="*/ 371167 h 386734"/>
                <a:gd name="connsiteX29" fmla="*/ 15567 w 475634"/>
                <a:gd name="connsiteY29" fmla="*/ 355600 h 386734"/>
                <a:gd name="connsiteX30" fmla="*/ 460067 w 475634"/>
                <a:gd name="connsiteY30" fmla="*/ 266700 h 386734"/>
                <a:gd name="connsiteX31" fmla="*/ 475634 w 475634"/>
                <a:gd name="connsiteY31" fmla="*/ 282267 h 386734"/>
                <a:gd name="connsiteX32" fmla="*/ 460067 w 475634"/>
                <a:gd name="connsiteY32" fmla="*/ 297834 h 386734"/>
                <a:gd name="connsiteX33" fmla="*/ 444500 w 475634"/>
                <a:gd name="connsiteY33" fmla="*/ 282267 h 386734"/>
                <a:gd name="connsiteX34" fmla="*/ 460067 w 475634"/>
                <a:gd name="connsiteY34" fmla="*/ 266700 h 386734"/>
                <a:gd name="connsiteX35" fmla="*/ 371167 w 475634"/>
                <a:gd name="connsiteY35" fmla="*/ 266700 h 386734"/>
                <a:gd name="connsiteX36" fmla="*/ 386734 w 475634"/>
                <a:gd name="connsiteY36" fmla="*/ 282267 h 386734"/>
                <a:gd name="connsiteX37" fmla="*/ 371167 w 475634"/>
                <a:gd name="connsiteY37" fmla="*/ 297834 h 386734"/>
                <a:gd name="connsiteX38" fmla="*/ 355600 w 475634"/>
                <a:gd name="connsiteY38" fmla="*/ 282267 h 386734"/>
                <a:gd name="connsiteX39" fmla="*/ 371167 w 475634"/>
                <a:gd name="connsiteY39" fmla="*/ 266700 h 386734"/>
                <a:gd name="connsiteX40" fmla="*/ 282267 w 475634"/>
                <a:gd name="connsiteY40" fmla="*/ 266700 h 386734"/>
                <a:gd name="connsiteX41" fmla="*/ 297834 w 475634"/>
                <a:gd name="connsiteY41" fmla="*/ 282267 h 386734"/>
                <a:gd name="connsiteX42" fmla="*/ 282267 w 475634"/>
                <a:gd name="connsiteY42" fmla="*/ 297834 h 386734"/>
                <a:gd name="connsiteX43" fmla="*/ 266700 w 475634"/>
                <a:gd name="connsiteY43" fmla="*/ 282267 h 386734"/>
                <a:gd name="connsiteX44" fmla="*/ 282267 w 475634"/>
                <a:gd name="connsiteY44" fmla="*/ 266700 h 386734"/>
                <a:gd name="connsiteX45" fmla="*/ 193367 w 475634"/>
                <a:gd name="connsiteY45" fmla="*/ 266700 h 386734"/>
                <a:gd name="connsiteX46" fmla="*/ 208934 w 475634"/>
                <a:gd name="connsiteY46" fmla="*/ 282267 h 386734"/>
                <a:gd name="connsiteX47" fmla="*/ 193367 w 475634"/>
                <a:gd name="connsiteY47" fmla="*/ 297834 h 386734"/>
                <a:gd name="connsiteX48" fmla="*/ 177800 w 475634"/>
                <a:gd name="connsiteY48" fmla="*/ 282267 h 386734"/>
                <a:gd name="connsiteX49" fmla="*/ 193367 w 475634"/>
                <a:gd name="connsiteY49" fmla="*/ 266700 h 386734"/>
                <a:gd name="connsiteX50" fmla="*/ 104467 w 475634"/>
                <a:gd name="connsiteY50" fmla="*/ 266700 h 386734"/>
                <a:gd name="connsiteX51" fmla="*/ 120034 w 475634"/>
                <a:gd name="connsiteY51" fmla="*/ 282267 h 386734"/>
                <a:gd name="connsiteX52" fmla="*/ 104467 w 475634"/>
                <a:gd name="connsiteY52" fmla="*/ 297834 h 386734"/>
                <a:gd name="connsiteX53" fmla="*/ 88900 w 475634"/>
                <a:gd name="connsiteY53" fmla="*/ 282267 h 386734"/>
                <a:gd name="connsiteX54" fmla="*/ 104467 w 475634"/>
                <a:gd name="connsiteY54" fmla="*/ 266700 h 386734"/>
                <a:gd name="connsiteX55" fmla="*/ 15567 w 475634"/>
                <a:gd name="connsiteY55" fmla="*/ 266700 h 386734"/>
                <a:gd name="connsiteX56" fmla="*/ 31134 w 475634"/>
                <a:gd name="connsiteY56" fmla="*/ 282267 h 386734"/>
                <a:gd name="connsiteX57" fmla="*/ 15567 w 475634"/>
                <a:gd name="connsiteY57" fmla="*/ 297834 h 386734"/>
                <a:gd name="connsiteX58" fmla="*/ 0 w 475634"/>
                <a:gd name="connsiteY58" fmla="*/ 282267 h 386734"/>
                <a:gd name="connsiteX59" fmla="*/ 15567 w 475634"/>
                <a:gd name="connsiteY59" fmla="*/ 266700 h 386734"/>
                <a:gd name="connsiteX60" fmla="*/ 460067 w 475634"/>
                <a:gd name="connsiteY60" fmla="*/ 177800 h 386734"/>
                <a:gd name="connsiteX61" fmla="*/ 475634 w 475634"/>
                <a:gd name="connsiteY61" fmla="*/ 193367 h 386734"/>
                <a:gd name="connsiteX62" fmla="*/ 460067 w 475634"/>
                <a:gd name="connsiteY62" fmla="*/ 208934 h 386734"/>
                <a:gd name="connsiteX63" fmla="*/ 444500 w 475634"/>
                <a:gd name="connsiteY63" fmla="*/ 193367 h 386734"/>
                <a:gd name="connsiteX64" fmla="*/ 460067 w 475634"/>
                <a:gd name="connsiteY64" fmla="*/ 177800 h 386734"/>
                <a:gd name="connsiteX65" fmla="*/ 371167 w 475634"/>
                <a:gd name="connsiteY65" fmla="*/ 177800 h 386734"/>
                <a:gd name="connsiteX66" fmla="*/ 386734 w 475634"/>
                <a:gd name="connsiteY66" fmla="*/ 193367 h 386734"/>
                <a:gd name="connsiteX67" fmla="*/ 371167 w 475634"/>
                <a:gd name="connsiteY67" fmla="*/ 208934 h 386734"/>
                <a:gd name="connsiteX68" fmla="*/ 355600 w 475634"/>
                <a:gd name="connsiteY68" fmla="*/ 193367 h 386734"/>
                <a:gd name="connsiteX69" fmla="*/ 371167 w 475634"/>
                <a:gd name="connsiteY69" fmla="*/ 177800 h 386734"/>
                <a:gd name="connsiteX70" fmla="*/ 282267 w 475634"/>
                <a:gd name="connsiteY70" fmla="*/ 177800 h 386734"/>
                <a:gd name="connsiteX71" fmla="*/ 297834 w 475634"/>
                <a:gd name="connsiteY71" fmla="*/ 193367 h 386734"/>
                <a:gd name="connsiteX72" fmla="*/ 282267 w 475634"/>
                <a:gd name="connsiteY72" fmla="*/ 208934 h 386734"/>
                <a:gd name="connsiteX73" fmla="*/ 266700 w 475634"/>
                <a:gd name="connsiteY73" fmla="*/ 193367 h 386734"/>
                <a:gd name="connsiteX74" fmla="*/ 282267 w 475634"/>
                <a:gd name="connsiteY74" fmla="*/ 177800 h 386734"/>
                <a:gd name="connsiteX75" fmla="*/ 193367 w 475634"/>
                <a:gd name="connsiteY75" fmla="*/ 177800 h 386734"/>
                <a:gd name="connsiteX76" fmla="*/ 208934 w 475634"/>
                <a:gd name="connsiteY76" fmla="*/ 193367 h 386734"/>
                <a:gd name="connsiteX77" fmla="*/ 193367 w 475634"/>
                <a:gd name="connsiteY77" fmla="*/ 208934 h 386734"/>
                <a:gd name="connsiteX78" fmla="*/ 177800 w 475634"/>
                <a:gd name="connsiteY78" fmla="*/ 193367 h 386734"/>
                <a:gd name="connsiteX79" fmla="*/ 193367 w 475634"/>
                <a:gd name="connsiteY79" fmla="*/ 177800 h 386734"/>
                <a:gd name="connsiteX80" fmla="*/ 104467 w 475634"/>
                <a:gd name="connsiteY80" fmla="*/ 177800 h 386734"/>
                <a:gd name="connsiteX81" fmla="*/ 120034 w 475634"/>
                <a:gd name="connsiteY81" fmla="*/ 193367 h 386734"/>
                <a:gd name="connsiteX82" fmla="*/ 104467 w 475634"/>
                <a:gd name="connsiteY82" fmla="*/ 208934 h 386734"/>
                <a:gd name="connsiteX83" fmla="*/ 88900 w 475634"/>
                <a:gd name="connsiteY83" fmla="*/ 193367 h 386734"/>
                <a:gd name="connsiteX84" fmla="*/ 104467 w 475634"/>
                <a:gd name="connsiteY84" fmla="*/ 177800 h 386734"/>
                <a:gd name="connsiteX85" fmla="*/ 15567 w 475634"/>
                <a:gd name="connsiteY85" fmla="*/ 177800 h 386734"/>
                <a:gd name="connsiteX86" fmla="*/ 31134 w 475634"/>
                <a:gd name="connsiteY86" fmla="*/ 193367 h 386734"/>
                <a:gd name="connsiteX87" fmla="*/ 15567 w 475634"/>
                <a:gd name="connsiteY87" fmla="*/ 208934 h 386734"/>
                <a:gd name="connsiteX88" fmla="*/ 0 w 475634"/>
                <a:gd name="connsiteY88" fmla="*/ 193367 h 386734"/>
                <a:gd name="connsiteX89" fmla="*/ 15567 w 475634"/>
                <a:gd name="connsiteY89" fmla="*/ 177800 h 386734"/>
                <a:gd name="connsiteX90" fmla="*/ 460067 w 475634"/>
                <a:gd name="connsiteY90" fmla="*/ 88900 h 386734"/>
                <a:gd name="connsiteX91" fmla="*/ 475634 w 475634"/>
                <a:gd name="connsiteY91" fmla="*/ 104467 h 386734"/>
                <a:gd name="connsiteX92" fmla="*/ 460067 w 475634"/>
                <a:gd name="connsiteY92" fmla="*/ 120034 h 386734"/>
                <a:gd name="connsiteX93" fmla="*/ 444500 w 475634"/>
                <a:gd name="connsiteY93" fmla="*/ 104467 h 386734"/>
                <a:gd name="connsiteX94" fmla="*/ 460067 w 475634"/>
                <a:gd name="connsiteY94" fmla="*/ 88900 h 386734"/>
                <a:gd name="connsiteX95" fmla="*/ 371167 w 475634"/>
                <a:gd name="connsiteY95" fmla="*/ 88900 h 386734"/>
                <a:gd name="connsiteX96" fmla="*/ 386734 w 475634"/>
                <a:gd name="connsiteY96" fmla="*/ 104467 h 386734"/>
                <a:gd name="connsiteX97" fmla="*/ 371167 w 475634"/>
                <a:gd name="connsiteY97" fmla="*/ 120034 h 386734"/>
                <a:gd name="connsiteX98" fmla="*/ 355600 w 475634"/>
                <a:gd name="connsiteY98" fmla="*/ 104467 h 386734"/>
                <a:gd name="connsiteX99" fmla="*/ 371167 w 475634"/>
                <a:gd name="connsiteY99" fmla="*/ 88900 h 386734"/>
                <a:gd name="connsiteX100" fmla="*/ 282267 w 475634"/>
                <a:gd name="connsiteY100" fmla="*/ 88900 h 386734"/>
                <a:gd name="connsiteX101" fmla="*/ 297834 w 475634"/>
                <a:gd name="connsiteY101" fmla="*/ 104467 h 386734"/>
                <a:gd name="connsiteX102" fmla="*/ 282267 w 475634"/>
                <a:gd name="connsiteY102" fmla="*/ 120034 h 386734"/>
                <a:gd name="connsiteX103" fmla="*/ 266700 w 475634"/>
                <a:gd name="connsiteY103" fmla="*/ 104467 h 386734"/>
                <a:gd name="connsiteX104" fmla="*/ 282267 w 475634"/>
                <a:gd name="connsiteY104" fmla="*/ 88900 h 386734"/>
                <a:gd name="connsiteX105" fmla="*/ 193367 w 475634"/>
                <a:gd name="connsiteY105" fmla="*/ 88900 h 386734"/>
                <a:gd name="connsiteX106" fmla="*/ 208934 w 475634"/>
                <a:gd name="connsiteY106" fmla="*/ 104467 h 386734"/>
                <a:gd name="connsiteX107" fmla="*/ 193367 w 475634"/>
                <a:gd name="connsiteY107" fmla="*/ 120034 h 386734"/>
                <a:gd name="connsiteX108" fmla="*/ 177800 w 475634"/>
                <a:gd name="connsiteY108" fmla="*/ 104467 h 386734"/>
                <a:gd name="connsiteX109" fmla="*/ 193367 w 475634"/>
                <a:gd name="connsiteY109" fmla="*/ 88900 h 386734"/>
                <a:gd name="connsiteX110" fmla="*/ 104467 w 475634"/>
                <a:gd name="connsiteY110" fmla="*/ 88900 h 386734"/>
                <a:gd name="connsiteX111" fmla="*/ 120034 w 475634"/>
                <a:gd name="connsiteY111" fmla="*/ 104467 h 386734"/>
                <a:gd name="connsiteX112" fmla="*/ 104467 w 475634"/>
                <a:gd name="connsiteY112" fmla="*/ 120034 h 386734"/>
                <a:gd name="connsiteX113" fmla="*/ 88900 w 475634"/>
                <a:gd name="connsiteY113" fmla="*/ 104467 h 386734"/>
                <a:gd name="connsiteX114" fmla="*/ 104467 w 475634"/>
                <a:gd name="connsiteY114" fmla="*/ 88900 h 386734"/>
                <a:gd name="connsiteX115" fmla="*/ 15567 w 475634"/>
                <a:gd name="connsiteY115" fmla="*/ 88900 h 386734"/>
                <a:gd name="connsiteX116" fmla="*/ 31134 w 475634"/>
                <a:gd name="connsiteY116" fmla="*/ 104467 h 386734"/>
                <a:gd name="connsiteX117" fmla="*/ 15567 w 475634"/>
                <a:gd name="connsiteY117" fmla="*/ 120034 h 386734"/>
                <a:gd name="connsiteX118" fmla="*/ 0 w 475634"/>
                <a:gd name="connsiteY118" fmla="*/ 104467 h 386734"/>
                <a:gd name="connsiteX119" fmla="*/ 15567 w 475634"/>
                <a:gd name="connsiteY119" fmla="*/ 88900 h 386734"/>
                <a:gd name="connsiteX120" fmla="*/ 460067 w 475634"/>
                <a:gd name="connsiteY120" fmla="*/ 0 h 386734"/>
                <a:gd name="connsiteX121" fmla="*/ 475634 w 475634"/>
                <a:gd name="connsiteY121" fmla="*/ 15567 h 386734"/>
                <a:gd name="connsiteX122" fmla="*/ 460067 w 475634"/>
                <a:gd name="connsiteY122" fmla="*/ 31134 h 386734"/>
                <a:gd name="connsiteX123" fmla="*/ 444500 w 475634"/>
                <a:gd name="connsiteY123" fmla="*/ 15567 h 386734"/>
                <a:gd name="connsiteX124" fmla="*/ 460067 w 475634"/>
                <a:gd name="connsiteY124" fmla="*/ 0 h 386734"/>
                <a:gd name="connsiteX125" fmla="*/ 371167 w 475634"/>
                <a:gd name="connsiteY125" fmla="*/ 0 h 386734"/>
                <a:gd name="connsiteX126" fmla="*/ 386734 w 475634"/>
                <a:gd name="connsiteY126" fmla="*/ 15567 h 386734"/>
                <a:gd name="connsiteX127" fmla="*/ 371167 w 475634"/>
                <a:gd name="connsiteY127" fmla="*/ 31134 h 386734"/>
                <a:gd name="connsiteX128" fmla="*/ 355600 w 475634"/>
                <a:gd name="connsiteY128" fmla="*/ 15567 h 386734"/>
                <a:gd name="connsiteX129" fmla="*/ 371167 w 475634"/>
                <a:gd name="connsiteY129" fmla="*/ 0 h 386734"/>
                <a:gd name="connsiteX130" fmla="*/ 282267 w 475634"/>
                <a:gd name="connsiteY130" fmla="*/ 0 h 386734"/>
                <a:gd name="connsiteX131" fmla="*/ 297834 w 475634"/>
                <a:gd name="connsiteY131" fmla="*/ 15567 h 386734"/>
                <a:gd name="connsiteX132" fmla="*/ 282267 w 475634"/>
                <a:gd name="connsiteY132" fmla="*/ 31134 h 386734"/>
                <a:gd name="connsiteX133" fmla="*/ 266700 w 475634"/>
                <a:gd name="connsiteY133" fmla="*/ 15567 h 386734"/>
                <a:gd name="connsiteX134" fmla="*/ 282267 w 475634"/>
                <a:gd name="connsiteY134" fmla="*/ 0 h 386734"/>
                <a:gd name="connsiteX135" fmla="*/ 193367 w 475634"/>
                <a:gd name="connsiteY135" fmla="*/ 0 h 386734"/>
                <a:gd name="connsiteX136" fmla="*/ 208934 w 475634"/>
                <a:gd name="connsiteY136" fmla="*/ 15567 h 386734"/>
                <a:gd name="connsiteX137" fmla="*/ 193367 w 475634"/>
                <a:gd name="connsiteY137" fmla="*/ 31134 h 386734"/>
                <a:gd name="connsiteX138" fmla="*/ 177800 w 475634"/>
                <a:gd name="connsiteY138" fmla="*/ 15567 h 386734"/>
                <a:gd name="connsiteX139" fmla="*/ 193367 w 475634"/>
                <a:gd name="connsiteY139" fmla="*/ 0 h 386734"/>
                <a:gd name="connsiteX140" fmla="*/ 104467 w 475634"/>
                <a:gd name="connsiteY140" fmla="*/ 0 h 386734"/>
                <a:gd name="connsiteX141" fmla="*/ 120034 w 475634"/>
                <a:gd name="connsiteY141" fmla="*/ 15567 h 386734"/>
                <a:gd name="connsiteX142" fmla="*/ 104467 w 475634"/>
                <a:gd name="connsiteY142" fmla="*/ 31134 h 386734"/>
                <a:gd name="connsiteX143" fmla="*/ 88900 w 475634"/>
                <a:gd name="connsiteY143" fmla="*/ 15567 h 386734"/>
                <a:gd name="connsiteX144" fmla="*/ 104467 w 475634"/>
                <a:gd name="connsiteY144" fmla="*/ 0 h 386734"/>
                <a:gd name="connsiteX145" fmla="*/ 15567 w 475634"/>
                <a:gd name="connsiteY145" fmla="*/ 0 h 386734"/>
                <a:gd name="connsiteX146" fmla="*/ 31134 w 475634"/>
                <a:gd name="connsiteY146" fmla="*/ 15567 h 386734"/>
                <a:gd name="connsiteX147" fmla="*/ 15567 w 475634"/>
                <a:gd name="connsiteY147" fmla="*/ 31134 h 386734"/>
                <a:gd name="connsiteX148" fmla="*/ 0 w 475634"/>
                <a:gd name="connsiteY148" fmla="*/ 15567 h 386734"/>
                <a:gd name="connsiteX149" fmla="*/ 15567 w 475634"/>
                <a:gd name="connsiteY149" fmla="*/ 0 h 38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475634" h="386734">
                  <a:moveTo>
                    <a:pt x="460067" y="355600"/>
                  </a:moveTo>
                  <a:cubicBezTo>
                    <a:pt x="468664" y="355600"/>
                    <a:pt x="475634" y="362570"/>
                    <a:pt x="475634" y="371167"/>
                  </a:cubicBezTo>
                  <a:cubicBezTo>
                    <a:pt x="475634" y="379764"/>
                    <a:pt x="468664" y="386734"/>
                    <a:pt x="460067" y="386734"/>
                  </a:cubicBezTo>
                  <a:cubicBezTo>
                    <a:pt x="451470" y="386734"/>
                    <a:pt x="444500" y="379764"/>
                    <a:pt x="444500" y="371167"/>
                  </a:cubicBezTo>
                  <a:cubicBezTo>
                    <a:pt x="444500" y="362570"/>
                    <a:pt x="451470" y="355600"/>
                    <a:pt x="460067" y="355600"/>
                  </a:cubicBezTo>
                  <a:close/>
                  <a:moveTo>
                    <a:pt x="371167" y="355600"/>
                  </a:moveTo>
                  <a:cubicBezTo>
                    <a:pt x="379764" y="355600"/>
                    <a:pt x="386734" y="362570"/>
                    <a:pt x="386734" y="371167"/>
                  </a:cubicBezTo>
                  <a:cubicBezTo>
                    <a:pt x="386734" y="379764"/>
                    <a:pt x="379764" y="386734"/>
                    <a:pt x="371167" y="386734"/>
                  </a:cubicBezTo>
                  <a:cubicBezTo>
                    <a:pt x="362570" y="386734"/>
                    <a:pt x="355600" y="379764"/>
                    <a:pt x="355600" y="371167"/>
                  </a:cubicBezTo>
                  <a:cubicBezTo>
                    <a:pt x="355600" y="362570"/>
                    <a:pt x="362570" y="355600"/>
                    <a:pt x="371167" y="355600"/>
                  </a:cubicBezTo>
                  <a:close/>
                  <a:moveTo>
                    <a:pt x="282267" y="355600"/>
                  </a:moveTo>
                  <a:cubicBezTo>
                    <a:pt x="290864" y="355600"/>
                    <a:pt x="297834" y="362570"/>
                    <a:pt x="297834" y="371167"/>
                  </a:cubicBezTo>
                  <a:cubicBezTo>
                    <a:pt x="297834" y="379764"/>
                    <a:pt x="290864" y="386734"/>
                    <a:pt x="282267" y="386734"/>
                  </a:cubicBezTo>
                  <a:cubicBezTo>
                    <a:pt x="273670" y="386734"/>
                    <a:pt x="266700" y="379764"/>
                    <a:pt x="266700" y="371167"/>
                  </a:cubicBezTo>
                  <a:cubicBezTo>
                    <a:pt x="266700" y="362570"/>
                    <a:pt x="273670" y="355600"/>
                    <a:pt x="282267" y="355600"/>
                  </a:cubicBezTo>
                  <a:close/>
                  <a:moveTo>
                    <a:pt x="193367" y="355600"/>
                  </a:moveTo>
                  <a:cubicBezTo>
                    <a:pt x="201964" y="355600"/>
                    <a:pt x="208934" y="362570"/>
                    <a:pt x="208934" y="371167"/>
                  </a:cubicBezTo>
                  <a:cubicBezTo>
                    <a:pt x="208934" y="379764"/>
                    <a:pt x="201964" y="386734"/>
                    <a:pt x="193367" y="386734"/>
                  </a:cubicBezTo>
                  <a:cubicBezTo>
                    <a:pt x="184770" y="386734"/>
                    <a:pt x="177800" y="379764"/>
                    <a:pt x="177800" y="371167"/>
                  </a:cubicBezTo>
                  <a:cubicBezTo>
                    <a:pt x="177800" y="362570"/>
                    <a:pt x="184770" y="355600"/>
                    <a:pt x="193367" y="355600"/>
                  </a:cubicBezTo>
                  <a:close/>
                  <a:moveTo>
                    <a:pt x="104467" y="355600"/>
                  </a:moveTo>
                  <a:cubicBezTo>
                    <a:pt x="113064" y="355600"/>
                    <a:pt x="120034" y="362570"/>
                    <a:pt x="120034" y="371167"/>
                  </a:cubicBezTo>
                  <a:cubicBezTo>
                    <a:pt x="120034" y="379764"/>
                    <a:pt x="113064" y="386734"/>
                    <a:pt x="104467" y="386734"/>
                  </a:cubicBezTo>
                  <a:cubicBezTo>
                    <a:pt x="95870" y="386734"/>
                    <a:pt x="88900" y="379764"/>
                    <a:pt x="88900" y="371167"/>
                  </a:cubicBezTo>
                  <a:cubicBezTo>
                    <a:pt x="88900" y="362570"/>
                    <a:pt x="95870" y="355600"/>
                    <a:pt x="104467" y="355600"/>
                  </a:cubicBezTo>
                  <a:close/>
                  <a:moveTo>
                    <a:pt x="15567" y="355600"/>
                  </a:moveTo>
                  <a:cubicBezTo>
                    <a:pt x="24164" y="355600"/>
                    <a:pt x="31134" y="362570"/>
                    <a:pt x="31134" y="371167"/>
                  </a:cubicBezTo>
                  <a:cubicBezTo>
                    <a:pt x="31134" y="379764"/>
                    <a:pt x="24164" y="386734"/>
                    <a:pt x="15567" y="386734"/>
                  </a:cubicBezTo>
                  <a:cubicBezTo>
                    <a:pt x="6970" y="386734"/>
                    <a:pt x="0" y="379764"/>
                    <a:pt x="0" y="371167"/>
                  </a:cubicBezTo>
                  <a:cubicBezTo>
                    <a:pt x="0" y="362570"/>
                    <a:pt x="6970" y="355600"/>
                    <a:pt x="15567" y="355600"/>
                  </a:cubicBezTo>
                  <a:close/>
                  <a:moveTo>
                    <a:pt x="460067" y="266700"/>
                  </a:moveTo>
                  <a:cubicBezTo>
                    <a:pt x="468664" y="266700"/>
                    <a:pt x="475634" y="273670"/>
                    <a:pt x="475634" y="282267"/>
                  </a:cubicBezTo>
                  <a:cubicBezTo>
                    <a:pt x="475634" y="290864"/>
                    <a:pt x="468664" y="297834"/>
                    <a:pt x="460067" y="297834"/>
                  </a:cubicBezTo>
                  <a:cubicBezTo>
                    <a:pt x="451470" y="297834"/>
                    <a:pt x="444500" y="290864"/>
                    <a:pt x="444500" y="282267"/>
                  </a:cubicBezTo>
                  <a:cubicBezTo>
                    <a:pt x="444500" y="273670"/>
                    <a:pt x="451470" y="266700"/>
                    <a:pt x="460067" y="266700"/>
                  </a:cubicBezTo>
                  <a:close/>
                  <a:moveTo>
                    <a:pt x="371167" y="266700"/>
                  </a:moveTo>
                  <a:cubicBezTo>
                    <a:pt x="379764" y="266700"/>
                    <a:pt x="386734" y="273670"/>
                    <a:pt x="386734" y="282267"/>
                  </a:cubicBezTo>
                  <a:cubicBezTo>
                    <a:pt x="386734" y="290864"/>
                    <a:pt x="379764" y="297834"/>
                    <a:pt x="371167" y="297834"/>
                  </a:cubicBezTo>
                  <a:cubicBezTo>
                    <a:pt x="362570" y="297834"/>
                    <a:pt x="355600" y="290864"/>
                    <a:pt x="355600" y="282267"/>
                  </a:cubicBezTo>
                  <a:cubicBezTo>
                    <a:pt x="355600" y="273670"/>
                    <a:pt x="362570" y="266700"/>
                    <a:pt x="371167" y="266700"/>
                  </a:cubicBezTo>
                  <a:close/>
                  <a:moveTo>
                    <a:pt x="282267" y="266700"/>
                  </a:moveTo>
                  <a:cubicBezTo>
                    <a:pt x="290864" y="266700"/>
                    <a:pt x="297834" y="273670"/>
                    <a:pt x="297834" y="282267"/>
                  </a:cubicBezTo>
                  <a:cubicBezTo>
                    <a:pt x="297834" y="290864"/>
                    <a:pt x="290864" y="297834"/>
                    <a:pt x="282267" y="297834"/>
                  </a:cubicBezTo>
                  <a:cubicBezTo>
                    <a:pt x="273670" y="297834"/>
                    <a:pt x="266700" y="290864"/>
                    <a:pt x="266700" y="282267"/>
                  </a:cubicBezTo>
                  <a:cubicBezTo>
                    <a:pt x="266700" y="273670"/>
                    <a:pt x="273670" y="266700"/>
                    <a:pt x="282267" y="266700"/>
                  </a:cubicBezTo>
                  <a:close/>
                  <a:moveTo>
                    <a:pt x="193367" y="266700"/>
                  </a:moveTo>
                  <a:cubicBezTo>
                    <a:pt x="201964" y="266700"/>
                    <a:pt x="208934" y="273670"/>
                    <a:pt x="208934" y="282267"/>
                  </a:cubicBezTo>
                  <a:cubicBezTo>
                    <a:pt x="208934" y="290864"/>
                    <a:pt x="201964" y="297834"/>
                    <a:pt x="193367" y="297834"/>
                  </a:cubicBezTo>
                  <a:cubicBezTo>
                    <a:pt x="184770" y="297834"/>
                    <a:pt x="177800" y="290864"/>
                    <a:pt x="177800" y="282267"/>
                  </a:cubicBezTo>
                  <a:cubicBezTo>
                    <a:pt x="177800" y="273670"/>
                    <a:pt x="184770" y="266700"/>
                    <a:pt x="193367" y="266700"/>
                  </a:cubicBezTo>
                  <a:close/>
                  <a:moveTo>
                    <a:pt x="104467" y="266700"/>
                  </a:moveTo>
                  <a:cubicBezTo>
                    <a:pt x="113064" y="266700"/>
                    <a:pt x="120034" y="273670"/>
                    <a:pt x="120034" y="282267"/>
                  </a:cubicBezTo>
                  <a:cubicBezTo>
                    <a:pt x="120034" y="290864"/>
                    <a:pt x="113064" y="297834"/>
                    <a:pt x="104467" y="297834"/>
                  </a:cubicBezTo>
                  <a:cubicBezTo>
                    <a:pt x="95870" y="297834"/>
                    <a:pt x="88900" y="290864"/>
                    <a:pt x="88900" y="282267"/>
                  </a:cubicBezTo>
                  <a:cubicBezTo>
                    <a:pt x="88900" y="273670"/>
                    <a:pt x="95870" y="266700"/>
                    <a:pt x="104467" y="266700"/>
                  </a:cubicBezTo>
                  <a:close/>
                  <a:moveTo>
                    <a:pt x="15567" y="266700"/>
                  </a:moveTo>
                  <a:cubicBezTo>
                    <a:pt x="24164" y="266700"/>
                    <a:pt x="31134" y="273670"/>
                    <a:pt x="31134" y="282267"/>
                  </a:cubicBezTo>
                  <a:cubicBezTo>
                    <a:pt x="31134" y="290864"/>
                    <a:pt x="24164" y="297834"/>
                    <a:pt x="15567" y="297834"/>
                  </a:cubicBezTo>
                  <a:cubicBezTo>
                    <a:pt x="6970" y="297834"/>
                    <a:pt x="0" y="290864"/>
                    <a:pt x="0" y="282267"/>
                  </a:cubicBezTo>
                  <a:cubicBezTo>
                    <a:pt x="0" y="273670"/>
                    <a:pt x="6970" y="266700"/>
                    <a:pt x="15567" y="266700"/>
                  </a:cubicBezTo>
                  <a:close/>
                  <a:moveTo>
                    <a:pt x="460067" y="177800"/>
                  </a:moveTo>
                  <a:cubicBezTo>
                    <a:pt x="468664" y="177800"/>
                    <a:pt x="475634" y="184770"/>
                    <a:pt x="475634" y="193367"/>
                  </a:cubicBezTo>
                  <a:cubicBezTo>
                    <a:pt x="475634" y="201964"/>
                    <a:pt x="468664" y="208934"/>
                    <a:pt x="460067" y="208934"/>
                  </a:cubicBezTo>
                  <a:cubicBezTo>
                    <a:pt x="451470" y="208934"/>
                    <a:pt x="444500" y="201964"/>
                    <a:pt x="444500" y="193367"/>
                  </a:cubicBezTo>
                  <a:cubicBezTo>
                    <a:pt x="444500" y="184770"/>
                    <a:pt x="451470" y="177800"/>
                    <a:pt x="460067" y="177800"/>
                  </a:cubicBezTo>
                  <a:close/>
                  <a:moveTo>
                    <a:pt x="371167" y="177800"/>
                  </a:moveTo>
                  <a:cubicBezTo>
                    <a:pt x="379764" y="177800"/>
                    <a:pt x="386734" y="184770"/>
                    <a:pt x="386734" y="193367"/>
                  </a:cubicBezTo>
                  <a:cubicBezTo>
                    <a:pt x="386734" y="201964"/>
                    <a:pt x="379764" y="208934"/>
                    <a:pt x="371167" y="208934"/>
                  </a:cubicBezTo>
                  <a:cubicBezTo>
                    <a:pt x="362570" y="208934"/>
                    <a:pt x="355600" y="201964"/>
                    <a:pt x="355600" y="193367"/>
                  </a:cubicBezTo>
                  <a:cubicBezTo>
                    <a:pt x="355600" y="184770"/>
                    <a:pt x="362570" y="177800"/>
                    <a:pt x="371167" y="177800"/>
                  </a:cubicBezTo>
                  <a:close/>
                  <a:moveTo>
                    <a:pt x="282267" y="177800"/>
                  </a:moveTo>
                  <a:cubicBezTo>
                    <a:pt x="290864" y="177800"/>
                    <a:pt x="297834" y="184770"/>
                    <a:pt x="297834" y="193367"/>
                  </a:cubicBezTo>
                  <a:cubicBezTo>
                    <a:pt x="297834" y="201964"/>
                    <a:pt x="290864" y="208934"/>
                    <a:pt x="282267" y="208934"/>
                  </a:cubicBezTo>
                  <a:cubicBezTo>
                    <a:pt x="273670" y="208934"/>
                    <a:pt x="266700" y="201964"/>
                    <a:pt x="266700" y="193367"/>
                  </a:cubicBezTo>
                  <a:cubicBezTo>
                    <a:pt x="266700" y="184770"/>
                    <a:pt x="273670" y="177800"/>
                    <a:pt x="282267" y="177800"/>
                  </a:cubicBezTo>
                  <a:close/>
                  <a:moveTo>
                    <a:pt x="193367" y="177800"/>
                  </a:moveTo>
                  <a:cubicBezTo>
                    <a:pt x="201964" y="177800"/>
                    <a:pt x="208934" y="184770"/>
                    <a:pt x="208934" y="193367"/>
                  </a:cubicBezTo>
                  <a:cubicBezTo>
                    <a:pt x="208934" y="201964"/>
                    <a:pt x="201964" y="208934"/>
                    <a:pt x="193367" y="208934"/>
                  </a:cubicBezTo>
                  <a:cubicBezTo>
                    <a:pt x="184770" y="208934"/>
                    <a:pt x="177800" y="201964"/>
                    <a:pt x="177800" y="193367"/>
                  </a:cubicBezTo>
                  <a:cubicBezTo>
                    <a:pt x="177800" y="184770"/>
                    <a:pt x="184770" y="177800"/>
                    <a:pt x="193367" y="177800"/>
                  </a:cubicBezTo>
                  <a:close/>
                  <a:moveTo>
                    <a:pt x="104467" y="177800"/>
                  </a:moveTo>
                  <a:cubicBezTo>
                    <a:pt x="113064" y="177800"/>
                    <a:pt x="120034" y="184770"/>
                    <a:pt x="120034" y="193367"/>
                  </a:cubicBezTo>
                  <a:cubicBezTo>
                    <a:pt x="120034" y="201964"/>
                    <a:pt x="113064" y="208934"/>
                    <a:pt x="104467" y="208934"/>
                  </a:cubicBezTo>
                  <a:cubicBezTo>
                    <a:pt x="95870" y="208934"/>
                    <a:pt x="88900" y="201964"/>
                    <a:pt x="88900" y="193367"/>
                  </a:cubicBezTo>
                  <a:cubicBezTo>
                    <a:pt x="88900" y="184770"/>
                    <a:pt x="95870" y="177800"/>
                    <a:pt x="104467" y="177800"/>
                  </a:cubicBezTo>
                  <a:close/>
                  <a:moveTo>
                    <a:pt x="15567" y="177800"/>
                  </a:moveTo>
                  <a:cubicBezTo>
                    <a:pt x="24164" y="177800"/>
                    <a:pt x="31134" y="184770"/>
                    <a:pt x="31134" y="193367"/>
                  </a:cubicBezTo>
                  <a:cubicBezTo>
                    <a:pt x="31134" y="201964"/>
                    <a:pt x="24164" y="208934"/>
                    <a:pt x="15567" y="208934"/>
                  </a:cubicBezTo>
                  <a:cubicBezTo>
                    <a:pt x="6970" y="208934"/>
                    <a:pt x="0" y="201964"/>
                    <a:pt x="0" y="193367"/>
                  </a:cubicBezTo>
                  <a:cubicBezTo>
                    <a:pt x="0" y="184770"/>
                    <a:pt x="6970" y="177800"/>
                    <a:pt x="15567" y="177800"/>
                  </a:cubicBezTo>
                  <a:close/>
                  <a:moveTo>
                    <a:pt x="460067" y="88900"/>
                  </a:moveTo>
                  <a:cubicBezTo>
                    <a:pt x="468664" y="88900"/>
                    <a:pt x="475634" y="95870"/>
                    <a:pt x="475634" y="104467"/>
                  </a:cubicBezTo>
                  <a:cubicBezTo>
                    <a:pt x="475634" y="113064"/>
                    <a:pt x="468664" y="120034"/>
                    <a:pt x="460067" y="120034"/>
                  </a:cubicBezTo>
                  <a:cubicBezTo>
                    <a:pt x="451470" y="120034"/>
                    <a:pt x="444500" y="113064"/>
                    <a:pt x="444500" y="104467"/>
                  </a:cubicBezTo>
                  <a:cubicBezTo>
                    <a:pt x="444500" y="95870"/>
                    <a:pt x="451470" y="88900"/>
                    <a:pt x="460067" y="88900"/>
                  </a:cubicBezTo>
                  <a:close/>
                  <a:moveTo>
                    <a:pt x="371167" y="88900"/>
                  </a:moveTo>
                  <a:cubicBezTo>
                    <a:pt x="379764" y="88900"/>
                    <a:pt x="386734" y="95870"/>
                    <a:pt x="386734" y="104467"/>
                  </a:cubicBezTo>
                  <a:cubicBezTo>
                    <a:pt x="386734" y="113064"/>
                    <a:pt x="379764" y="120034"/>
                    <a:pt x="371167" y="120034"/>
                  </a:cubicBezTo>
                  <a:cubicBezTo>
                    <a:pt x="362570" y="120034"/>
                    <a:pt x="355600" y="113064"/>
                    <a:pt x="355600" y="104467"/>
                  </a:cubicBezTo>
                  <a:cubicBezTo>
                    <a:pt x="355600" y="95870"/>
                    <a:pt x="362570" y="88900"/>
                    <a:pt x="371167" y="88900"/>
                  </a:cubicBezTo>
                  <a:close/>
                  <a:moveTo>
                    <a:pt x="282267" y="88900"/>
                  </a:moveTo>
                  <a:cubicBezTo>
                    <a:pt x="290864" y="88900"/>
                    <a:pt x="297834" y="95870"/>
                    <a:pt x="297834" y="104467"/>
                  </a:cubicBezTo>
                  <a:cubicBezTo>
                    <a:pt x="297834" y="113064"/>
                    <a:pt x="290864" y="120034"/>
                    <a:pt x="282267" y="120034"/>
                  </a:cubicBezTo>
                  <a:cubicBezTo>
                    <a:pt x="273670" y="120034"/>
                    <a:pt x="266700" y="113064"/>
                    <a:pt x="266700" y="104467"/>
                  </a:cubicBezTo>
                  <a:cubicBezTo>
                    <a:pt x="266700" y="95870"/>
                    <a:pt x="273670" y="88900"/>
                    <a:pt x="282267" y="88900"/>
                  </a:cubicBezTo>
                  <a:close/>
                  <a:moveTo>
                    <a:pt x="193367" y="88900"/>
                  </a:moveTo>
                  <a:cubicBezTo>
                    <a:pt x="201964" y="88900"/>
                    <a:pt x="208934" y="95870"/>
                    <a:pt x="208934" y="104467"/>
                  </a:cubicBezTo>
                  <a:cubicBezTo>
                    <a:pt x="208934" y="113064"/>
                    <a:pt x="201964" y="120034"/>
                    <a:pt x="193367" y="120034"/>
                  </a:cubicBezTo>
                  <a:cubicBezTo>
                    <a:pt x="184770" y="120034"/>
                    <a:pt x="177800" y="113064"/>
                    <a:pt x="177800" y="104467"/>
                  </a:cubicBezTo>
                  <a:cubicBezTo>
                    <a:pt x="177800" y="95870"/>
                    <a:pt x="184770" y="88900"/>
                    <a:pt x="193367" y="88900"/>
                  </a:cubicBezTo>
                  <a:close/>
                  <a:moveTo>
                    <a:pt x="104467" y="88900"/>
                  </a:moveTo>
                  <a:cubicBezTo>
                    <a:pt x="113064" y="88900"/>
                    <a:pt x="120034" y="95870"/>
                    <a:pt x="120034" y="104467"/>
                  </a:cubicBezTo>
                  <a:cubicBezTo>
                    <a:pt x="120034" y="113064"/>
                    <a:pt x="113064" y="120034"/>
                    <a:pt x="104467" y="120034"/>
                  </a:cubicBezTo>
                  <a:cubicBezTo>
                    <a:pt x="95870" y="120034"/>
                    <a:pt x="88900" y="113064"/>
                    <a:pt x="88900" y="104467"/>
                  </a:cubicBezTo>
                  <a:cubicBezTo>
                    <a:pt x="88900" y="95870"/>
                    <a:pt x="95870" y="88900"/>
                    <a:pt x="104467" y="88900"/>
                  </a:cubicBezTo>
                  <a:close/>
                  <a:moveTo>
                    <a:pt x="15567" y="88900"/>
                  </a:moveTo>
                  <a:cubicBezTo>
                    <a:pt x="24164" y="88900"/>
                    <a:pt x="31134" y="95870"/>
                    <a:pt x="31134" y="104467"/>
                  </a:cubicBezTo>
                  <a:cubicBezTo>
                    <a:pt x="31134" y="113064"/>
                    <a:pt x="24164" y="120034"/>
                    <a:pt x="15567" y="120034"/>
                  </a:cubicBezTo>
                  <a:cubicBezTo>
                    <a:pt x="6970" y="120034"/>
                    <a:pt x="0" y="113064"/>
                    <a:pt x="0" y="104467"/>
                  </a:cubicBezTo>
                  <a:cubicBezTo>
                    <a:pt x="0" y="95870"/>
                    <a:pt x="6970" y="88900"/>
                    <a:pt x="15567" y="88900"/>
                  </a:cubicBezTo>
                  <a:close/>
                  <a:moveTo>
                    <a:pt x="460067" y="0"/>
                  </a:moveTo>
                  <a:cubicBezTo>
                    <a:pt x="468664" y="0"/>
                    <a:pt x="475634" y="6970"/>
                    <a:pt x="475634" y="15567"/>
                  </a:cubicBezTo>
                  <a:cubicBezTo>
                    <a:pt x="475634" y="24164"/>
                    <a:pt x="468664" y="31134"/>
                    <a:pt x="460067" y="31134"/>
                  </a:cubicBezTo>
                  <a:cubicBezTo>
                    <a:pt x="451470" y="31134"/>
                    <a:pt x="444500" y="24164"/>
                    <a:pt x="444500" y="15567"/>
                  </a:cubicBezTo>
                  <a:cubicBezTo>
                    <a:pt x="444500" y="6970"/>
                    <a:pt x="451470" y="0"/>
                    <a:pt x="460067" y="0"/>
                  </a:cubicBezTo>
                  <a:close/>
                  <a:moveTo>
                    <a:pt x="371167" y="0"/>
                  </a:moveTo>
                  <a:cubicBezTo>
                    <a:pt x="379764" y="0"/>
                    <a:pt x="386734" y="6970"/>
                    <a:pt x="386734" y="15567"/>
                  </a:cubicBezTo>
                  <a:cubicBezTo>
                    <a:pt x="386734" y="24164"/>
                    <a:pt x="379764" y="31134"/>
                    <a:pt x="371167" y="31134"/>
                  </a:cubicBezTo>
                  <a:cubicBezTo>
                    <a:pt x="362570" y="31134"/>
                    <a:pt x="355600" y="24164"/>
                    <a:pt x="355600" y="15567"/>
                  </a:cubicBezTo>
                  <a:cubicBezTo>
                    <a:pt x="355600" y="6970"/>
                    <a:pt x="362570" y="0"/>
                    <a:pt x="371167" y="0"/>
                  </a:cubicBezTo>
                  <a:close/>
                  <a:moveTo>
                    <a:pt x="282267" y="0"/>
                  </a:moveTo>
                  <a:cubicBezTo>
                    <a:pt x="290864" y="0"/>
                    <a:pt x="297834" y="6970"/>
                    <a:pt x="297834" y="15567"/>
                  </a:cubicBezTo>
                  <a:cubicBezTo>
                    <a:pt x="297834" y="24164"/>
                    <a:pt x="290864" y="31134"/>
                    <a:pt x="282267" y="31134"/>
                  </a:cubicBezTo>
                  <a:cubicBezTo>
                    <a:pt x="273670" y="31134"/>
                    <a:pt x="266700" y="24164"/>
                    <a:pt x="266700" y="15567"/>
                  </a:cubicBezTo>
                  <a:cubicBezTo>
                    <a:pt x="266700" y="6970"/>
                    <a:pt x="273670" y="0"/>
                    <a:pt x="282267" y="0"/>
                  </a:cubicBezTo>
                  <a:close/>
                  <a:moveTo>
                    <a:pt x="193367" y="0"/>
                  </a:moveTo>
                  <a:cubicBezTo>
                    <a:pt x="201964" y="0"/>
                    <a:pt x="208934" y="6970"/>
                    <a:pt x="208934" y="15567"/>
                  </a:cubicBezTo>
                  <a:cubicBezTo>
                    <a:pt x="208934" y="24164"/>
                    <a:pt x="201964" y="31134"/>
                    <a:pt x="193367" y="31134"/>
                  </a:cubicBezTo>
                  <a:cubicBezTo>
                    <a:pt x="184770" y="31134"/>
                    <a:pt x="177800" y="24164"/>
                    <a:pt x="177800" y="15567"/>
                  </a:cubicBezTo>
                  <a:cubicBezTo>
                    <a:pt x="177800" y="6970"/>
                    <a:pt x="184770" y="0"/>
                    <a:pt x="193367" y="0"/>
                  </a:cubicBezTo>
                  <a:close/>
                  <a:moveTo>
                    <a:pt x="104467" y="0"/>
                  </a:moveTo>
                  <a:cubicBezTo>
                    <a:pt x="113064" y="0"/>
                    <a:pt x="120034" y="6970"/>
                    <a:pt x="120034" y="15567"/>
                  </a:cubicBezTo>
                  <a:cubicBezTo>
                    <a:pt x="120034" y="24164"/>
                    <a:pt x="113064" y="31134"/>
                    <a:pt x="104467" y="31134"/>
                  </a:cubicBezTo>
                  <a:cubicBezTo>
                    <a:pt x="95870" y="31134"/>
                    <a:pt x="88900" y="24164"/>
                    <a:pt x="88900" y="15567"/>
                  </a:cubicBezTo>
                  <a:cubicBezTo>
                    <a:pt x="88900" y="6970"/>
                    <a:pt x="95870" y="0"/>
                    <a:pt x="104467" y="0"/>
                  </a:cubicBezTo>
                  <a:close/>
                  <a:moveTo>
                    <a:pt x="15567" y="0"/>
                  </a:moveTo>
                  <a:cubicBezTo>
                    <a:pt x="24164" y="0"/>
                    <a:pt x="31134" y="6970"/>
                    <a:pt x="31134" y="15567"/>
                  </a:cubicBezTo>
                  <a:cubicBezTo>
                    <a:pt x="31134" y="24164"/>
                    <a:pt x="24164" y="31134"/>
                    <a:pt x="15567" y="31134"/>
                  </a:cubicBezTo>
                  <a:cubicBezTo>
                    <a:pt x="6970" y="31134"/>
                    <a:pt x="0" y="24164"/>
                    <a:pt x="0" y="15567"/>
                  </a:cubicBezTo>
                  <a:cubicBezTo>
                    <a:pt x="0" y="6970"/>
                    <a:pt x="6970" y="0"/>
                    <a:pt x="15567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92000"/>
                  </a:schemeClr>
                </a:gs>
                <a:gs pos="65000">
                  <a:schemeClr val="bg1">
                    <a:alpha val="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1C278BEF-F701-8E59-3C98-BDD9F4E26E4F}"/>
                </a:ext>
              </a:extLst>
            </p:cNvPr>
            <p:cNvSpPr/>
            <p:nvPr/>
          </p:nvSpPr>
          <p:spPr>
            <a:xfrm rot="5400000">
              <a:off x="5323274" y="6365400"/>
              <a:ext cx="710410" cy="577626"/>
            </a:xfrm>
            <a:custGeom>
              <a:avLst/>
              <a:gdLst>
                <a:gd name="connsiteX0" fmla="*/ 460067 w 475634"/>
                <a:gd name="connsiteY0" fmla="*/ 355600 h 386734"/>
                <a:gd name="connsiteX1" fmla="*/ 475634 w 475634"/>
                <a:gd name="connsiteY1" fmla="*/ 371167 h 386734"/>
                <a:gd name="connsiteX2" fmla="*/ 460067 w 475634"/>
                <a:gd name="connsiteY2" fmla="*/ 386734 h 386734"/>
                <a:gd name="connsiteX3" fmla="*/ 444500 w 475634"/>
                <a:gd name="connsiteY3" fmla="*/ 371167 h 386734"/>
                <a:gd name="connsiteX4" fmla="*/ 460067 w 475634"/>
                <a:gd name="connsiteY4" fmla="*/ 355600 h 386734"/>
                <a:gd name="connsiteX5" fmla="*/ 371167 w 475634"/>
                <a:gd name="connsiteY5" fmla="*/ 355600 h 386734"/>
                <a:gd name="connsiteX6" fmla="*/ 386734 w 475634"/>
                <a:gd name="connsiteY6" fmla="*/ 371167 h 386734"/>
                <a:gd name="connsiteX7" fmla="*/ 371167 w 475634"/>
                <a:gd name="connsiteY7" fmla="*/ 386734 h 386734"/>
                <a:gd name="connsiteX8" fmla="*/ 355600 w 475634"/>
                <a:gd name="connsiteY8" fmla="*/ 371167 h 386734"/>
                <a:gd name="connsiteX9" fmla="*/ 371167 w 475634"/>
                <a:gd name="connsiteY9" fmla="*/ 355600 h 386734"/>
                <a:gd name="connsiteX10" fmla="*/ 282267 w 475634"/>
                <a:gd name="connsiteY10" fmla="*/ 355600 h 386734"/>
                <a:gd name="connsiteX11" fmla="*/ 297834 w 475634"/>
                <a:gd name="connsiteY11" fmla="*/ 371167 h 386734"/>
                <a:gd name="connsiteX12" fmla="*/ 282267 w 475634"/>
                <a:gd name="connsiteY12" fmla="*/ 386734 h 386734"/>
                <a:gd name="connsiteX13" fmla="*/ 266700 w 475634"/>
                <a:gd name="connsiteY13" fmla="*/ 371167 h 386734"/>
                <a:gd name="connsiteX14" fmla="*/ 282267 w 475634"/>
                <a:gd name="connsiteY14" fmla="*/ 355600 h 386734"/>
                <a:gd name="connsiteX15" fmla="*/ 193367 w 475634"/>
                <a:gd name="connsiteY15" fmla="*/ 355600 h 386734"/>
                <a:gd name="connsiteX16" fmla="*/ 208934 w 475634"/>
                <a:gd name="connsiteY16" fmla="*/ 371167 h 386734"/>
                <a:gd name="connsiteX17" fmla="*/ 193367 w 475634"/>
                <a:gd name="connsiteY17" fmla="*/ 386734 h 386734"/>
                <a:gd name="connsiteX18" fmla="*/ 177800 w 475634"/>
                <a:gd name="connsiteY18" fmla="*/ 371167 h 386734"/>
                <a:gd name="connsiteX19" fmla="*/ 193367 w 475634"/>
                <a:gd name="connsiteY19" fmla="*/ 355600 h 386734"/>
                <a:gd name="connsiteX20" fmla="*/ 104467 w 475634"/>
                <a:gd name="connsiteY20" fmla="*/ 355600 h 386734"/>
                <a:gd name="connsiteX21" fmla="*/ 120034 w 475634"/>
                <a:gd name="connsiteY21" fmla="*/ 371167 h 386734"/>
                <a:gd name="connsiteX22" fmla="*/ 104467 w 475634"/>
                <a:gd name="connsiteY22" fmla="*/ 386734 h 386734"/>
                <a:gd name="connsiteX23" fmla="*/ 88900 w 475634"/>
                <a:gd name="connsiteY23" fmla="*/ 371167 h 386734"/>
                <a:gd name="connsiteX24" fmla="*/ 104467 w 475634"/>
                <a:gd name="connsiteY24" fmla="*/ 355600 h 386734"/>
                <a:gd name="connsiteX25" fmla="*/ 15567 w 475634"/>
                <a:gd name="connsiteY25" fmla="*/ 355600 h 386734"/>
                <a:gd name="connsiteX26" fmla="*/ 31134 w 475634"/>
                <a:gd name="connsiteY26" fmla="*/ 371167 h 386734"/>
                <a:gd name="connsiteX27" fmla="*/ 15567 w 475634"/>
                <a:gd name="connsiteY27" fmla="*/ 386734 h 386734"/>
                <a:gd name="connsiteX28" fmla="*/ 0 w 475634"/>
                <a:gd name="connsiteY28" fmla="*/ 371167 h 386734"/>
                <a:gd name="connsiteX29" fmla="*/ 15567 w 475634"/>
                <a:gd name="connsiteY29" fmla="*/ 355600 h 386734"/>
                <a:gd name="connsiteX30" fmla="*/ 460067 w 475634"/>
                <a:gd name="connsiteY30" fmla="*/ 266700 h 386734"/>
                <a:gd name="connsiteX31" fmla="*/ 475634 w 475634"/>
                <a:gd name="connsiteY31" fmla="*/ 282267 h 386734"/>
                <a:gd name="connsiteX32" fmla="*/ 460067 w 475634"/>
                <a:gd name="connsiteY32" fmla="*/ 297834 h 386734"/>
                <a:gd name="connsiteX33" fmla="*/ 444500 w 475634"/>
                <a:gd name="connsiteY33" fmla="*/ 282267 h 386734"/>
                <a:gd name="connsiteX34" fmla="*/ 460067 w 475634"/>
                <a:gd name="connsiteY34" fmla="*/ 266700 h 386734"/>
                <a:gd name="connsiteX35" fmla="*/ 371167 w 475634"/>
                <a:gd name="connsiteY35" fmla="*/ 266700 h 386734"/>
                <a:gd name="connsiteX36" fmla="*/ 386734 w 475634"/>
                <a:gd name="connsiteY36" fmla="*/ 282267 h 386734"/>
                <a:gd name="connsiteX37" fmla="*/ 371167 w 475634"/>
                <a:gd name="connsiteY37" fmla="*/ 297834 h 386734"/>
                <a:gd name="connsiteX38" fmla="*/ 355600 w 475634"/>
                <a:gd name="connsiteY38" fmla="*/ 282267 h 386734"/>
                <a:gd name="connsiteX39" fmla="*/ 371167 w 475634"/>
                <a:gd name="connsiteY39" fmla="*/ 266700 h 386734"/>
                <a:gd name="connsiteX40" fmla="*/ 282267 w 475634"/>
                <a:gd name="connsiteY40" fmla="*/ 266700 h 386734"/>
                <a:gd name="connsiteX41" fmla="*/ 297834 w 475634"/>
                <a:gd name="connsiteY41" fmla="*/ 282267 h 386734"/>
                <a:gd name="connsiteX42" fmla="*/ 282267 w 475634"/>
                <a:gd name="connsiteY42" fmla="*/ 297834 h 386734"/>
                <a:gd name="connsiteX43" fmla="*/ 266700 w 475634"/>
                <a:gd name="connsiteY43" fmla="*/ 282267 h 386734"/>
                <a:gd name="connsiteX44" fmla="*/ 282267 w 475634"/>
                <a:gd name="connsiteY44" fmla="*/ 266700 h 386734"/>
                <a:gd name="connsiteX45" fmla="*/ 193367 w 475634"/>
                <a:gd name="connsiteY45" fmla="*/ 266700 h 386734"/>
                <a:gd name="connsiteX46" fmla="*/ 208934 w 475634"/>
                <a:gd name="connsiteY46" fmla="*/ 282267 h 386734"/>
                <a:gd name="connsiteX47" fmla="*/ 193367 w 475634"/>
                <a:gd name="connsiteY47" fmla="*/ 297834 h 386734"/>
                <a:gd name="connsiteX48" fmla="*/ 177800 w 475634"/>
                <a:gd name="connsiteY48" fmla="*/ 282267 h 386734"/>
                <a:gd name="connsiteX49" fmla="*/ 193367 w 475634"/>
                <a:gd name="connsiteY49" fmla="*/ 266700 h 386734"/>
                <a:gd name="connsiteX50" fmla="*/ 104467 w 475634"/>
                <a:gd name="connsiteY50" fmla="*/ 266700 h 386734"/>
                <a:gd name="connsiteX51" fmla="*/ 120034 w 475634"/>
                <a:gd name="connsiteY51" fmla="*/ 282267 h 386734"/>
                <a:gd name="connsiteX52" fmla="*/ 104467 w 475634"/>
                <a:gd name="connsiteY52" fmla="*/ 297834 h 386734"/>
                <a:gd name="connsiteX53" fmla="*/ 88900 w 475634"/>
                <a:gd name="connsiteY53" fmla="*/ 282267 h 386734"/>
                <a:gd name="connsiteX54" fmla="*/ 104467 w 475634"/>
                <a:gd name="connsiteY54" fmla="*/ 266700 h 386734"/>
                <a:gd name="connsiteX55" fmla="*/ 15567 w 475634"/>
                <a:gd name="connsiteY55" fmla="*/ 266700 h 386734"/>
                <a:gd name="connsiteX56" fmla="*/ 31134 w 475634"/>
                <a:gd name="connsiteY56" fmla="*/ 282267 h 386734"/>
                <a:gd name="connsiteX57" fmla="*/ 15567 w 475634"/>
                <a:gd name="connsiteY57" fmla="*/ 297834 h 386734"/>
                <a:gd name="connsiteX58" fmla="*/ 0 w 475634"/>
                <a:gd name="connsiteY58" fmla="*/ 282267 h 386734"/>
                <a:gd name="connsiteX59" fmla="*/ 15567 w 475634"/>
                <a:gd name="connsiteY59" fmla="*/ 266700 h 386734"/>
                <a:gd name="connsiteX60" fmla="*/ 460067 w 475634"/>
                <a:gd name="connsiteY60" fmla="*/ 177800 h 386734"/>
                <a:gd name="connsiteX61" fmla="*/ 475634 w 475634"/>
                <a:gd name="connsiteY61" fmla="*/ 193367 h 386734"/>
                <a:gd name="connsiteX62" fmla="*/ 460067 w 475634"/>
                <a:gd name="connsiteY62" fmla="*/ 208934 h 386734"/>
                <a:gd name="connsiteX63" fmla="*/ 444500 w 475634"/>
                <a:gd name="connsiteY63" fmla="*/ 193367 h 386734"/>
                <a:gd name="connsiteX64" fmla="*/ 460067 w 475634"/>
                <a:gd name="connsiteY64" fmla="*/ 177800 h 386734"/>
                <a:gd name="connsiteX65" fmla="*/ 371167 w 475634"/>
                <a:gd name="connsiteY65" fmla="*/ 177800 h 386734"/>
                <a:gd name="connsiteX66" fmla="*/ 386734 w 475634"/>
                <a:gd name="connsiteY66" fmla="*/ 193367 h 386734"/>
                <a:gd name="connsiteX67" fmla="*/ 371167 w 475634"/>
                <a:gd name="connsiteY67" fmla="*/ 208934 h 386734"/>
                <a:gd name="connsiteX68" fmla="*/ 355600 w 475634"/>
                <a:gd name="connsiteY68" fmla="*/ 193367 h 386734"/>
                <a:gd name="connsiteX69" fmla="*/ 371167 w 475634"/>
                <a:gd name="connsiteY69" fmla="*/ 177800 h 386734"/>
                <a:gd name="connsiteX70" fmla="*/ 282267 w 475634"/>
                <a:gd name="connsiteY70" fmla="*/ 177800 h 386734"/>
                <a:gd name="connsiteX71" fmla="*/ 297834 w 475634"/>
                <a:gd name="connsiteY71" fmla="*/ 193367 h 386734"/>
                <a:gd name="connsiteX72" fmla="*/ 282267 w 475634"/>
                <a:gd name="connsiteY72" fmla="*/ 208934 h 386734"/>
                <a:gd name="connsiteX73" fmla="*/ 266700 w 475634"/>
                <a:gd name="connsiteY73" fmla="*/ 193367 h 386734"/>
                <a:gd name="connsiteX74" fmla="*/ 282267 w 475634"/>
                <a:gd name="connsiteY74" fmla="*/ 177800 h 386734"/>
                <a:gd name="connsiteX75" fmla="*/ 193367 w 475634"/>
                <a:gd name="connsiteY75" fmla="*/ 177800 h 386734"/>
                <a:gd name="connsiteX76" fmla="*/ 208934 w 475634"/>
                <a:gd name="connsiteY76" fmla="*/ 193367 h 386734"/>
                <a:gd name="connsiteX77" fmla="*/ 193367 w 475634"/>
                <a:gd name="connsiteY77" fmla="*/ 208934 h 386734"/>
                <a:gd name="connsiteX78" fmla="*/ 177800 w 475634"/>
                <a:gd name="connsiteY78" fmla="*/ 193367 h 386734"/>
                <a:gd name="connsiteX79" fmla="*/ 193367 w 475634"/>
                <a:gd name="connsiteY79" fmla="*/ 177800 h 386734"/>
                <a:gd name="connsiteX80" fmla="*/ 104467 w 475634"/>
                <a:gd name="connsiteY80" fmla="*/ 177800 h 386734"/>
                <a:gd name="connsiteX81" fmla="*/ 120034 w 475634"/>
                <a:gd name="connsiteY81" fmla="*/ 193367 h 386734"/>
                <a:gd name="connsiteX82" fmla="*/ 104467 w 475634"/>
                <a:gd name="connsiteY82" fmla="*/ 208934 h 386734"/>
                <a:gd name="connsiteX83" fmla="*/ 88900 w 475634"/>
                <a:gd name="connsiteY83" fmla="*/ 193367 h 386734"/>
                <a:gd name="connsiteX84" fmla="*/ 104467 w 475634"/>
                <a:gd name="connsiteY84" fmla="*/ 177800 h 386734"/>
                <a:gd name="connsiteX85" fmla="*/ 15567 w 475634"/>
                <a:gd name="connsiteY85" fmla="*/ 177800 h 386734"/>
                <a:gd name="connsiteX86" fmla="*/ 31134 w 475634"/>
                <a:gd name="connsiteY86" fmla="*/ 193367 h 386734"/>
                <a:gd name="connsiteX87" fmla="*/ 15567 w 475634"/>
                <a:gd name="connsiteY87" fmla="*/ 208934 h 386734"/>
                <a:gd name="connsiteX88" fmla="*/ 0 w 475634"/>
                <a:gd name="connsiteY88" fmla="*/ 193367 h 386734"/>
                <a:gd name="connsiteX89" fmla="*/ 15567 w 475634"/>
                <a:gd name="connsiteY89" fmla="*/ 177800 h 386734"/>
                <a:gd name="connsiteX90" fmla="*/ 460067 w 475634"/>
                <a:gd name="connsiteY90" fmla="*/ 88900 h 386734"/>
                <a:gd name="connsiteX91" fmla="*/ 475634 w 475634"/>
                <a:gd name="connsiteY91" fmla="*/ 104467 h 386734"/>
                <a:gd name="connsiteX92" fmla="*/ 460067 w 475634"/>
                <a:gd name="connsiteY92" fmla="*/ 120034 h 386734"/>
                <a:gd name="connsiteX93" fmla="*/ 444500 w 475634"/>
                <a:gd name="connsiteY93" fmla="*/ 104467 h 386734"/>
                <a:gd name="connsiteX94" fmla="*/ 460067 w 475634"/>
                <a:gd name="connsiteY94" fmla="*/ 88900 h 386734"/>
                <a:gd name="connsiteX95" fmla="*/ 371167 w 475634"/>
                <a:gd name="connsiteY95" fmla="*/ 88900 h 386734"/>
                <a:gd name="connsiteX96" fmla="*/ 386734 w 475634"/>
                <a:gd name="connsiteY96" fmla="*/ 104467 h 386734"/>
                <a:gd name="connsiteX97" fmla="*/ 371167 w 475634"/>
                <a:gd name="connsiteY97" fmla="*/ 120034 h 386734"/>
                <a:gd name="connsiteX98" fmla="*/ 355600 w 475634"/>
                <a:gd name="connsiteY98" fmla="*/ 104467 h 386734"/>
                <a:gd name="connsiteX99" fmla="*/ 371167 w 475634"/>
                <a:gd name="connsiteY99" fmla="*/ 88900 h 386734"/>
                <a:gd name="connsiteX100" fmla="*/ 282267 w 475634"/>
                <a:gd name="connsiteY100" fmla="*/ 88900 h 386734"/>
                <a:gd name="connsiteX101" fmla="*/ 297834 w 475634"/>
                <a:gd name="connsiteY101" fmla="*/ 104467 h 386734"/>
                <a:gd name="connsiteX102" fmla="*/ 282267 w 475634"/>
                <a:gd name="connsiteY102" fmla="*/ 120034 h 386734"/>
                <a:gd name="connsiteX103" fmla="*/ 266700 w 475634"/>
                <a:gd name="connsiteY103" fmla="*/ 104467 h 386734"/>
                <a:gd name="connsiteX104" fmla="*/ 282267 w 475634"/>
                <a:gd name="connsiteY104" fmla="*/ 88900 h 386734"/>
                <a:gd name="connsiteX105" fmla="*/ 193367 w 475634"/>
                <a:gd name="connsiteY105" fmla="*/ 88900 h 386734"/>
                <a:gd name="connsiteX106" fmla="*/ 208934 w 475634"/>
                <a:gd name="connsiteY106" fmla="*/ 104467 h 386734"/>
                <a:gd name="connsiteX107" fmla="*/ 193367 w 475634"/>
                <a:gd name="connsiteY107" fmla="*/ 120034 h 386734"/>
                <a:gd name="connsiteX108" fmla="*/ 177800 w 475634"/>
                <a:gd name="connsiteY108" fmla="*/ 104467 h 386734"/>
                <a:gd name="connsiteX109" fmla="*/ 193367 w 475634"/>
                <a:gd name="connsiteY109" fmla="*/ 88900 h 386734"/>
                <a:gd name="connsiteX110" fmla="*/ 104467 w 475634"/>
                <a:gd name="connsiteY110" fmla="*/ 88900 h 386734"/>
                <a:gd name="connsiteX111" fmla="*/ 120034 w 475634"/>
                <a:gd name="connsiteY111" fmla="*/ 104467 h 386734"/>
                <a:gd name="connsiteX112" fmla="*/ 104467 w 475634"/>
                <a:gd name="connsiteY112" fmla="*/ 120034 h 386734"/>
                <a:gd name="connsiteX113" fmla="*/ 88900 w 475634"/>
                <a:gd name="connsiteY113" fmla="*/ 104467 h 386734"/>
                <a:gd name="connsiteX114" fmla="*/ 104467 w 475634"/>
                <a:gd name="connsiteY114" fmla="*/ 88900 h 386734"/>
                <a:gd name="connsiteX115" fmla="*/ 15567 w 475634"/>
                <a:gd name="connsiteY115" fmla="*/ 88900 h 386734"/>
                <a:gd name="connsiteX116" fmla="*/ 31134 w 475634"/>
                <a:gd name="connsiteY116" fmla="*/ 104467 h 386734"/>
                <a:gd name="connsiteX117" fmla="*/ 15567 w 475634"/>
                <a:gd name="connsiteY117" fmla="*/ 120034 h 386734"/>
                <a:gd name="connsiteX118" fmla="*/ 0 w 475634"/>
                <a:gd name="connsiteY118" fmla="*/ 104467 h 386734"/>
                <a:gd name="connsiteX119" fmla="*/ 15567 w 475634"/>
                <a:gd name="connsiteY119" fmla="*/ 88900 h 386734"/>
                <a:gd name="connsiteX120" fmla="*/ 460067 w 475634"/>
                <a:gd name="connsiteY120" fmla="*/ 0 h 386734"/>
                <a:gd name="connsiteX121" fmla="*/ 475634 w 475634"/>
                <a:gd name="connsiteY121" fmla="*/ 15567 h 386734"/>
                <a:gd name="connsiteX122" fmla="*/ 460067 w 475634"/>
                <a:gd name="connsiteY122" fmla="*/ 31134 h 386734"/>
                <a:gd name="connsiteX123" fmla="*/ 444500 w 475634"/>
                <a:gd name="connsiteY123" fmla="*/ 15567 h 386734"/>
                <a:gd name="connsiteX124" fmla="*/ 460067 w 475634"/>
                <a:gd name="connsiteY124" fmla="*/ 0 h 386734"/>
                <a:gd name="connsiteX125" fmla="*/ 371167 w 475634"/>
                <a:gd name="connsiteY125" fmla="*/ 0 h 386734"/>
                <a:gd name="connsiteX126" fmla="*/ 386734 w 475634"/>
                <a:gd name="connsiteY126" fmla="*/ 15567 h 386734"/>
                <a:gd name="connsiteX127" fmla="*/ 371167 w 475634"/>
                <a:gd name="connsiteY127" fmla="*/ 31134 h 386734"/>
                <a:gd name="connsiteX128" fmla="*/ 355600 w 475634"/>
                <a:gd name="connsiteY128" fmla="*/ 15567 h 386734"/>
                <a:gd name="connsiteX129" fmla="*/ 371167 w 475634"/>
                <a:gd name="connsiteY129" fmla="*/ 0 h 386734"/>
                <a:gd name="connsiteX130" fmla="*/ 282267 w 475634"/>
                <a:gd name="connsiteY130" fmla="*/ 0 h 386734"/>
                <a:gd name="connsiteX131" fmla="*/ 297834 w 475634"/>
                <a:gd name="connsiteY131" fmla="*/ 15567 h 386734"/>
                <a:gd name="connsiteX132" fmla="*/ 282267 w 475634"/>
                <a:gd name="connsiteY132" fmla="*/ 31134 h 386734"/>
                <a:gd name="connsiteX133" fmla="*/ 266700 w 475634"/>
                <a:gd name="connsiteY133" fmla="*/ 15567 h 386734"/>
                <a:gd name="connsiteX134" fmla="*/ 282267 w 475634"/>
                <a:gd name="connsiteY134" fmla="*/ 0 h 386734"/>
                <a:gd name="connsiteX135" fmla="*/ 193367 w 475634"/>
                <a:gd name="connsiteY135" fmla="*/ 0 h 386734"/>
                <a:gd name="connsiteX136" fmla="*/ 208934 w 475634"/>
                <a:gd name="connsiteY136" fmla="*/ 15567 h 386734"/>
                <a:gd name="connsiteX137" fmla="*/ 193367 w 475634"/>
                <a:gd name="connsiteY137" fmla="*/ 31134 h 386734"/>
                <a:gd name="connsiteX138" fmla="*/ 177800 w 475634"/>
                <a:gd name="connsiteY138" fmla="*/ 15567 h 386734"/>
                <a:gd name="connsiteX139" fmla="*/ 193367 w 475634"/>
                <a:gd name="connsiteY139" fmla="*/ 0 h 386734"/>
                <a:gd name="connsiteX140" fmla="*/ 104467 w 475634"/>
                <a:gd name="connsiteY140" fmla="*/ 0 h 386734"/>
                <a:gd name="connsiteX141" fmla="*/ 120034 w 475634"/>
                <a:gd name="connsiteY141" fmla="*/ 15567 h 386734"/>
                <a:gd name="connsiteX142" fmla="*/ 104467 w 475634"/>
                <a:gd name="connsiteY142" fmla="*/ 31134 h 386734"/>
                <a:gd name="connsiteX143" fmla="*/ 88900 w 475634"/>
                <a:gd name="connsiteY143" fmla="*/ 15567 h 386734"/>
                <a:gd name="connsiteX144" fmla="*/ 104467 w 475634"/>
                <a:gd name="connsiteY144" fmla="*/ 0 h 386734"/>
                <a:gd name="connsiteX145" fmla="*/ 15567 w 475634"/>
                <a:gd name="connsiteY145" fmla="*/ 0 h 386734"/>
                <a:gd name="connsiteX146" fmla="*/ 31134 w 475634"/>
                <a:gd name="connsiteY146" fmla="*/ 15567 h 386734"/>
                <a:gd name="connsiteX147" fmla="*/ 15567 w 475634"/>
                <a:gd name="connsiteY147" fmla="*/ 31134 h 386734"/>
                <a:gd name="connsiteX148" fmla="*/ 0 w 475634"/>
                <a:gd name="connsiteY148" fmla="*/ 15567 h 386734"/>
                <a:gd name="connsiteX149" fmla="*/ 15567 w 475634"/>
                <a:gd name="connsiteY149" fmla="*/ 0 h 38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475634" h="386734">
                  <a:moveTo>
                    <a:pt x="460067" y="355600"/>
                  </a:moveTo>
                  <a:cubicBezTo>
                    <a:pt x="468664" y="355600"/>
                    <a:pt x="475634" y="362570"/>
                    <a:pt x="475634" y="371167"/>
                  </a:cubicBezTo>
                  <a:cubicBezTo>
                    <a:pt x="475634" y="379764"/>
                    <a:pt x="468664" y="386734"/>
                    <a:pt x="460067" y="386734"/>
                  </a:cubicBezTo>
                  <a:cubicBezTo>
                    <a:pt x="451470" y="386734"/>
                    <a:pt x="444500" y="379764"/>
                    <a:pt x="444500" y="371167"/>
                  </a:cubicBezTo>
                  <a:cubicBezTo>
                    <a:pt x="444500" y="362570"/>
                    <a:pt x="451470" y="355600"/>
                    <a:pt x="460067" y="355600"/>
                  </a:cubicBezTo>
                  <a:close/>
                  <a:moveTo>
                    <a:pt x="371167" y="355600"/>
                  </a:moveTo>
                  <a:cubicBezTo>
                    <a:pt x="379764" y="355600"/>
                    <a:pt x="386734" y="362570"/>
                    <a:pt x="386734" y="371167"/>
                  </a:cubicBezTo>
                  <a:cubicBezTo>
                    <a:pt x="386734" y="379764"/>
                    <a:pt x="379764" y="386734"/>
                    <a:pt x="371167" y="386734"/>
                  </a:cubicBezTo>
                  <a:cubicBezTo>
                    <a:pt x="362570" y="386734"/>
                    <a:pt x="355600" y="379764"/>
                    <a:pt x="355600" y="371167"/>
                  </a:cubicBezTo>
                  <a:cubicBezTo>
                    <a:pt x="355600" y="362570"/>
                    <a:pt x="362570" y="355600"/>
                    <a:pt x="371167" y="355600"/>
                  </a:cubicBezTo>
                  <a:close/>
                  <a:moveTo>
                    <a:pt x="282267" y="355600"/>
                  </a:moveTo>
                  <a:cubicBezTo>
                    <a:pt x="290864" y="355600"/>
                    <a:pt x="297834" y="362570"/>
                    <a:pt x="297834" y="371167"/>
                  </a:cubicBezTo>
                  <a:cubicBezTo>
                    <a:pt x="297834" y="379764"/>
                    <a:pt x="290864" y="386734"/>
                    <a:pt x="282267" y="386734"/>
                  </a:cubicBezTo>
                  <a:cubicBezTo>
                    <a:pt x="273670" y="386734"/>
                    <a:pt x="266700" y="379764"/>
                    <a:pt x="266700" y="371167"/>
                  </a:cubicBezTo>
                  <a:cubicBezTo>
                    <a:pt x="266700" y="362570"/>
                    <a:pt x="273670" y="355600"/>
                    <a:pt x="282267" y="355600"/>
                  </a:cubicBezTo>
                  <a:close/>
                  <a:moveTo>
                    <a:pt x="193367" y="355600"/>
                  </a:moveTo>
                  <a:cubicBezTo>
                    <a:pt x="201964" y="355600"/>
                    <a:pt x="208934" y="362570"/>
                    <a:pt x="208934" y="371167"/>
                  </a:cubicBezTo>
                  <a:cubicBezTo>
                    <a:pt x="208934" y="379764"/>
                    <a:pt x="201964" y="386734"/>
                    <a:pt x="193367" y="386734"/>
                  </a:cubicBezTo>
                  <a:cubicBezTo>
                    <a:pt x="184770" y="386734"/>
                    <a:pt x="177800" y="379764"/>
                    <a:pt x="177800" y="371167"/>
                  </a:cubicBezTo>
                  <a:cubicBezTo>
                    <a:pt x="177800" y="362570"/>
                    <a:pt x="184770" y="355600"/>
                    <a:pt x="193367" y="355600"/>
                  </a:cubicBezTo>
                  <a:close/>
                  <a:moveTo>
                    <a:pt x="104467" y="355600"/>
                  </a:moveTo>
                  <a:cubicBezTo>
                    <a:pt x="113064" y="355600"/>
                    <a:pt x="120034" y="362570"/>
                    <a:pt x="120034" y="371167"/>
                  </a:cubicBezTo>
                  <a:cubicBezTo>
                    <a:pt x="120034" y="379764"/>
                    <a:pt x="113064" y="386734"/>
                    <a:pt x="104467" y="386734"/>
                  </a:cubicBezTo>
                  <a:cubicBezTo>
                    <a:pt x="95870" y="386734"/>
                    <a:pt x="88900" y="379764"/>
                    <a:pt x="88900" y="371167"/>
                  </a:cubicBezTo>
                  <a:cubicBezTo>
                    <a:pt x="88900" y="362570"/>
                    <a:pt x="95870" y="355600"/>
                    <a:pt x="104467" y="355600"/>
                  </a:cubicBezTo>
                  <a:close/>
                  <a:moveTo>
                    <a:pt x="15567" y="355600"/>
                  </a:moveTo>
                  <a:cubicBezTo>
                    <a:pt x="24164" y="355600"/>
                    <a:pt x="31134" y="362570"/>
                    <a:pt x="31134" y="371167"/>
                  </a:cubicBezTo>
                  <a:cubicBezTo>
                    <a:pt x="31134" y="379764"/>
                    <a:pt x="24164" y="386734"/>
                    <a:pt x="15567" y="386734"/>
                  </a:cubicBezTo>
                  <a:cubicBezTo>
                    <a:pt x="6970" y="386734"/>
                    <a:pt x="0" y="379764"/>
                    <a:pt x="0" y="371167"/>
                  </a:cubicBezTo>
                  <a:cubicBezTo>
                    <a:pt x="0" y="362570"/>
                    <a:pt x="6970" y="355600"/>
                    <a:pt x="15567" y="355600"/>
                  </a:cubicBezTo>
                  <a:close/>
                  <a:moveTo>
                    <a:pt x="460067" y="266700"/>
                  </a:moveTo>
                  <a:cubicBezTo>
                    <a:pt x="468664" y="266700"/>
                    <a:pt x="475634" y="273670"/>
                    <a:pt x="475634" y="282267"/>
                  </a:cubicBezTo>
                  <a:cubicBezTo>
                    <a:pt x="475634" y="290864"/>
                    <a:pt x="468664" y="297834"/>
                    <a:pt x="460067" y="297834"/>
                  </a:cubicBezTo>
                  <a:cubicBezTo>
                    <a:pt x="451470" y="297834"/>
                    <a:pt x="444500" y="290864"/>
                    <a:pt x="444500" y="282267"/>
                  </a:cubicBezTo>
                  <a:cubicBezTo>
                    <a:pt x="444500" y="273670"/>
                    <a:pt x="451470" y="266700"/>
                    <a:pt x="460067" y="266700"/>
                  </a:cubicBezTo>
                  <a:close/>
                  <a:moveTo>
                    <a:pt x="371167" y="266700"/>
                  </a:moveTo>
                  <a:cubicBezTo>
                    <a:pt x="379764" y="266700"/>
                    <a:pt x="386734" y="273670"/>
                    <a:pt x="386734" y="282267"/>
                  </a:cubicBezTo>
                  <a:cubicBezTo>
                    <a:pt x="386734" y="290864"/>
                    <a:pt x="379764" y="297834"/>
                    <a:pt x="371167" y="297834"/>
                  </a:cubicBezTo>
                  <a:cubicBezTo>
                    <a:pt x="362570" y="297834"/>
                    <a:pt x="355600" y="290864"/>
                    <a:pt x="355600" y="282267"/>
                  </a:cubicBezTo>
                  <a:cubicBezTo>
                    <a:pt x="355600" y="273670"/>
                    <a:pt x="362570" y="266700"/>
                    <a:pt x="371167" y="266700"/>
                  </a:cubicBezTo>
                  <a:close/>
                  <a:moveTo>
                    <a:pt x="282267" y="266700"/>
                  </a:moveTo>
                  <a:cubicBezTo>
                    <a:pt x="290864" y="266700"/>
                    <a:pt x="297834" y="273670"/>
                    <a:pt x="297834" y="282267"/>
                  </a:cubicBezTo>
                  <a:cubicBezTo>
                    <a:pt x="297834" y="290864"/>
                    <a:pt x="290864" y="297834"/>
                    <a:pt x="282267" y="297834"/>
                  </a:cubicBezTo>
                  <a:cubicBezTo>
                    <a:pt x="273670" y="297834"/>
                    <a:pt x="266700" y="290864"/>
                    <a:pt x="266700" y="282267"/>
                  </a:cubicBezTo>
                  <a:cubicBezTo>
                    <a:pt x="266700" y="273670"/>
                    <a:pt x="273670" y="266700"/>
                    <a:pt x="282267" y="266700"/>
                  </a:cubicBezTo>
                  <a:close/>
                  <a:moveTo>
                    <a:pt x="193367" y="266700"/>
                  </a:moveTo>
                  <a:cubicBezTo>
                    <a:pt x="201964" y="266700"/>
                    <a:pt x="208934" y="273670"/>
                    <a:pt x="208934" y="282267"/>
                  </a:cubicBezTo>
                  <a:cubicBezTo>
                    <a:pt x="208934" y="290864"/>
                    <a:pt x="201964" y="297834"/>
                    <a:pt x="193367" y="297834"/>
                  </a:cubicBezTo>
                  <a:cubicBezTo>
                    <a:pt x="184770" y="297834"/>
                    <a:pt x="177800" y="290864"/>
                    <a:pt x="177800" y="282267"/>
                  </a:cubicBezTo>
                  <a:cubicBezTo>
                    <a:pt x="177800" y="273670"/>
                    <a:pt x="184770" y="266700"/>
                    <a:pt x="193367" y="266700"/>
                  </a:cubicBezTo>
                  <a:close/>
                  <a:moveTo>
                    <a:pt x="104467" y="266700"/>
                  </a:moveTo>
                  <a:cubicBezTo>
                    <a:pt x="113064" y="266700"/>
                    <a:pt x="120034" y="273670"/>
                    <a:pt x="120034" y="282267"/>
                  </a:cubicBezTo>
                  <a:cubicBezTo>
                    <a:pt x="120034" y="290864"/>
                    <a:pt x="113064" y="297834"/>
                    <a:pt x="104467" y="297834"/>
                  </a:cubicBezTo>
                  <a:cubicBezTo>
                    <a:pt x="95870" y="297834"/>
                    <a:pt x="88900" y="290864"/>
                    <a:pt x="88900" y="282267"/>
                  </a:cubicBezTo>
                  <a:cubicBezTo>
                    <a:pt x="88900" y="273670"/>
                    <a:pt x="95870" y="266700"/>
                    <a:pt x="104467" y="266700"/>
                  </a:cubicBezTo>
                  <a:close/>
                  <a:moveTo>
                    <a:pt x="15567" y="266700"/>
                  </a:moveTo>
                  <a:cubicBezTo>
                    <a:pt x="24164" y="266700"/>
                    <a:pt x="31134" y="273670"/>
                    <a:pt x="31134" y="282267"/>
                  </a:cubicBezTo>
                  <a:cubicBezTo>
                    <a:pt x="31134" y="290864"/>
                    <a:pt x="24164" y="297834"/>
                    <a:pt x="15567" y="297834"/>
                  </a:cubicBezTo>
                  <a:cubicBezTo>
                    <a:pt x="6970" y="297834"/>
                    <a:pt x="0" y="290864"/>
                    <a:pt x="0" y="282267"/>
                  </a:cubicBezTo>
                  <a:cubicBezTo>
                    <a:pt x="0" y="273670"/>
                    <a:pt x="6970" y="266700"/>
                    <a:pt x="15567" y="266700"/>
                  </a:cubicBezTo>
                  <a:close/>
                  <a:moveTo>
                    <a:pt x="460067" y="177800"/>
                  </a:moveTo>
                  <a:cubicBezTo>
                    <a:pt x="468664" y="177800"/>
                    <a:pt x="475634" y="184770"/>
                    <a:pt x="475634" y="193367"/>
                  </a:cubicBezTo>
                  <a:cubicBezTo>
                    <a:pt x="475634" y="201964"/>
                    <a:pt x="468664" y="208934"/>
                    <a:pt x="460067" y="208934"/>
                  </a:cubicBezTo>
                  <a:cubicBezTo>
                    <a:pt x="451470" y="208934"/>
                    <a:pt x="444500" y="201964"/>
                    <a:pt x="444500" y="193367"/>
                  </a:cubicBezTo>
                  <a:cubicBezTo>
                    <a:pt x="444500" y="184770"/>
                    <a:pt x="451470" y="177800"/>
                    <a:pt x="460067" y="177800"/>
                  </a:cubicBezTo>
                  <a:close/>
                  <a:moveTo>
                    <a:pt x="371167" y="177800"/>
                  </a:moveTo>
                  <a:cubicBezTo>
                    <a:pt x="379764" y="177800"/>
                    <a:pt x="386734" y="184770"/>
                    <a:pt x="386734" y="193367"/>
                  </a:cubicBezTo>
                  <a:cubicBezTo>
                    <a:pt x="386734" y="201964"/>
                    <a:pt x="379764" y="208934"/>
                    <a:pt x="371167" y="208934"/>
                  </a:cubicBezTo>
                  <a:cubicBezTo>
                    <a:pt x="362570" y="208934"/>
                    <a:pt x="355600" y="201964"/>
                    <a:pt x="355600" y="193367"/>
                  </a:cubicBezTo>
                  <a:cubicBezTo>
                    <a:pt x="355600" y="184770"/>
                    <a:pt x="362570" y="177800"/>
                    <a:pt x="371167" y="177800"/>
                  </a:cubicBezTo>
                  <a:close/>
                  <a:moveTo>
                    <a:pt x="282267" y="177800"/>
                  </a:moveTo>
                  <a:cubicBezTo>
                    <a:pt x="290864" y="177800"/>
                    <a:pt x="297834" y="184770"/>
                    <a:pt x="297834" y="193367"/>
                  </a:cubicBezTo>
                  <a:cubicBezTo>
                    <a:pt x="297834" y="201964"/>
                    <a:pt x="290864" y="208934"/>
                    <a:pt x="282267" y="208934"/>
                  </a:cubicBezTo>
                  <a:cubicBezTo>
                    <a:pt x="273670" y="208934"/>
                    <a:pt x="266700" y="201964"/>
                    <a:pt x="266700" y="193367"/>
                  </a:cubicBezTo>
                  <a:cubicBezTo>
                    <a:pt x="266700" y="184770"/>
                    <a:pt x="273670" y="177800"/>
                    <a:pt x="282267" y="177800"/>
                  </a:cubicBezTo>
                  <a:close/>
                  <a:moveTo>
                    <a:pt x="193367" y="177800"/>
                  </a:moveTo>
                  <a:cubicBezTo>
                    <a:pt x="201964" y="177800"/>
                    <a:pt x="208934" y="184770"/>
                    <a:pt x="208934" y="193367"/>
                  </a:cubicBezTo>
                  <a:cubicBezTo>
                    <a:pt x="208934" y="201964"/>
                    <a:pt x="201964" y="208934"/>
                    <a:pt x="193367" y="208934"/>
                  </a:cubicBezTo>
                  <a:cubicBezTo>
                    <a:pt x="184770" y="208934"/>
                    <a:pt x="177800" y="201964"/>
                    <a:pt x="177800" y="193367"/>
                  </a:cubicBezTo>
                  <a:cubicBezTo>
                    <a:pt x="177800" y="184770"/>
                    <a:pt x="184770" y="177800"/>
                    <a:pt x="193367" y="177800"/>
                  </a:cubicBezTo>
                  <a:close/>
                  <a:moveTo>
                    <a:pt x="104467" y="177800"/>
                  </a:moveTo>
                  <a:cubicBezTo>
                    <a:pt x="113064" y="177800"/>
                    <a:pt x="120034" y="184770"/>
                    <a:pt x="120034" y="193367"/>
                  </a:cubicBezTo>
                  <a:cubicBezTo>
                    <a:pt x="120034" y="201964"/>
                    <a:pt x="113064" y="208934"/>
                    <a:pt x="104467" y="208934"/>
                  </a:cubicBezTo>
                  <a:cubicBezTo>
                    <a:pt x="95870" y="208934"/>
                    <a:pt x="88900" y="201964"/>
                    <a:pt x="88900" y="193367"/>
                  </a:cubicBezTo>
                  <a:cubicBezTo>
                    <a:pt x="88900" y="184770"/>
                    <a:pt x="95870" y="177800"/>
                    <a:pt x="104467" y="177800"/>
                  </a:cubicBezTo>
                  <a:close/>
                  <a:moveTo>
                    <a:pt x="15567" y="177800"/>
                  </a:moveTo>
                  <a:cubicBezTo>
                    <a:pt x="24164" y="177800"/>
                    <a:pt x="31134" y="184770"/>
                    <a:pt x="31134" y="193367"/>
                  </a:cubicBezTo>
                  <a:cubicBezTo>
                    <a:pt x="31134" y="201964"/>
                    <a:pt x="24164" y="208934"/>
                    <a:pt x="15567" y="208934"/>
                  </a:cubicBezTo>
                  <a:cubicBezTo>
                    <a:pt x="6970" y="208934"/>
                    <a:pt x="0" y="201964"/>
                    <a:pt x="0" y="193367"/>
                  </a:cubicBezTo>
                  <a:cubicBezTo>
                    <a:pt x="0" y="184770"/>
                    <a:pt x="6970" y="177800"/>
                    <a:pt x="15567" y="177800"/>
                  </a:cubicBezTo>
                  <a:close/>
                  <a:moveTo>
                    <a:pt x="460067" y="88900"/>
                  </a:moveTo>
                  <a:cubicBezTo>
                    <a:pt x="468664" y="88900"/>
                    <a:pt x="475634" y="95870"/>
                    <a:pt x="475634" y="104467"/>
                  </a:cubicBezTo>
                  <a:cubicBezTo>
                    <a:pt x="475634" y="113064"/>
                    <a:pt x="468664" y="120034"/>
                    <a:pt x="460067" y="120034"/>
                  </a:cubicBezTo>
                  <a:cubicBezTo>
                    <a:pt x="451470" y="120034"/>
                    <a:pt x="444500" y="113064"/>
                    <a:pt x="444500" y="104467"/>
                  </a:cubicBezTo>
                  <a:cubicBezTo>
                    <a:pt x="444500" y="95870"/>
                    <a:pt x="451470" y="88900"/>
                    <a:pt x="460067" y="88900"/>
                  </a:cubicBezTo>
                  <a:close/>
                  <a:moveTo>
                    <a:pt x="371167" y="88900"/>
                  </a:moveTo>
                  <a:cubicBezTo>
                    <a:pt x="379764" y="88900"/>
                    <a:pt x="386734" y="95870"/>
                    <a:pt x="386734" y="104467"/>
                  </a:cubicBezTo>
                  <a:cubicBezTo>
                    <a:pt x="386734" y="113064"/>
                    <a:pt x="379764" y="120034"/>
                    <a:pt x="371167" y="120034"/>
                  </a:cubicBezTo>
                  <a:cubicBezTo>
                    <a:pt x="362570" y="120034"/>
                    <a:pt x="355600" y="113064"/>
                    <a:pt x="355600" y="104467"/>
                  </a:cubicBezTo>
                  <a:cubicBezTo>
                    <a:pt x="355600" y="95870"/>
                    <a:pt x="362570" y="88900"/>
                    <a:pt x="371167" y="88900"/>
                  </a:cubicBezTo>
                  <a:close/>
                  <a:moveTo>
                    <a:pt x="282267" y="88900"/>
                  </a:moveTo>
                  <a:cubicBezTo>
                    <a:pt x="290864" y="88900"/>
                    <a:pt x="297834" y="95870"/>
                    <a:pt x="297834" y="104467"/>
                  </a:cubicBezTo>
                  <a:cubicBezTo>
                    <a:pt x="297834" y="113064"/>
                    <a:pt x="290864" y="120034"/>
                    <a:pt x="282267" y="120034"/>
                  </a:cubicBezTo>
                  <a:cubicBezTo>
                    <a:pt x="273670" y="120034"/>
                    <a:pt x="266700" y="113064"/>
                    <a:pt x="266700" y="104467"/>
                  </a:cubicBezTo>
                  <a:cubicBezTo>
                    <a:pt x="266700" y="95870"/>
                    <a:pt x="273670" y="88900"/>
                    <a:pt x="282267" y="88900"/>
                  </a:cubicBezTo>
                  <a:close/>
                  <a:moveTo>
                    <a:pt x="193367" y="88900"/>
                  </a:moveTo>
                  <a:cubicBezTo>
                    <a:pt x="201964" y="88900"/>
                    <a:pt x="208934" y="95870"/>
                    <a:pt x="208934" y="104467"/>
                  </a:cubicBezTo>
                  <a:cubicBezTo>
                    <a:pt x="208934" y="113064"/>
                    <a:pt x="201964" y="120034"/>
                    <a:pt x="193367" y="120034"/>
                  </a:cubicBezTo>
                  <a:cubicBezTo>
                    <a:pt x="184770" y="120034"/>
                    <a:pt x="177800" y="113064"/>
                    <a:pt x="177800" y="104467"/>
                  </a:cubicBezTo>
                  <a:cubicBezTo>
                    <a:pt x="177800" y="95870"/>
                    <a:pt x="184770" y="88900"/>
                    <a:pt x="193367" y="88900"/>
                  </a:cubicBezTo>
                  <a:close/>
                  <a:moveTo>
                    <a:pt x="104467" y="88900"/>
                  </a:moveTo>
                  <a:cubicBezTo>
                    <a:pt x="113064" y="88900"/>
                    <a:pt x="120034" y="95870"/>
                    <a:pt x="120034" y="104467"/>
                  </a:cubicBezTo>
                  <a:cubicBezTo>
                    <a:pt x="120034" y="113064"/>
                    <a:pt x="113064" y="120034"/>
                    <a:pt x="104467" y="120034"/>
                  </a:cubicBezTo>
                  <a:cubicBezTo>
                    <a:pt x="95870" y="120034"/>
                    <a:pt x="88900" y="113064"/>
                    <a:pt x="88900" y="104467"/>
                  </a:cubicBezTo>
                  <a:cubicBezTo>
                    <a:pt x="88900" y="95870"/>
                    <a:pt x="95870" y="88900"/>
                    <a:pt x="104467" y="88900"/>
                  </a:cubicBezTo>
                  <a:close/>
                  <a:moveTo>
                    <a:pt x="15567" y="88900"/>
                  </a:moveTo>
                  <a:cubicBezTo>
                    <a:pt x="24164" y="88900"/>
                    <a:pt x="31134" y="95870"/>
                    <a:pt x="31134" y="104467"/>
                  </a:cubicBezTo>
                  <a:cubicBezTo>
                    <a:pt x="31134" y="113064"/>
                    <a:pt x="24164" y="120034"/>
                    <a:pt x="15567" y="120034"/>
                  </a:cubicBezTo>
                  <a:cubicBezTo>
                    <a:pt x="6970" y="120034"/>
                    <a:pt x="0" y="113064"/>
                    <a:pt x="0" y="104467"/>
                  </a:cubicBezTo>
                  <a:cubicBezTo>
                    <a:pt x="0" y="95870"/>
                    <a:pt x="6970" y="88900"/>
                    <a:pt x="15567" y="88900"/>
                  </a:cubicBezTo>
                  <a:close/>
                  <a:moveTo>
                    <a:pt x="460067" y="0"/>
                  </a:moveTo>
                  <a:cubicBezTo>
                    <a:pt x="468664" y="0"/>
                    <a:pt x="475634" y="6970"/>
                    <a:pt x="475634" y="15567"/>
                  </a:cubicBezTo>
                  <a:cubicBezTo>
                    <a:pt x="475634" y="24164"/>
                    <a:pt x="468664" y="31134"/>
                    <a:pt x="460067" y="31134"/>
                  </a:cubicBezTo>
                  <a:cubicBezTo>
                    <a:pt x="451470" y="31134"/>
                    <a:pt x="444500" y="24164"/>
                    <a:pt x="444500" y="15567"/>
                  </a:cubicBezTo>
                  <a:cubicBezTo>
                    <a:pt x="444500" y="6970"/>
                    <a:pt x="451470" y="0"/>
                    <a:pt x="460067" y="0"/>
                  </a:cubicBezTo>
                  <a:close/>
                  <a:moveTo>
                    <a:pt x="371167" y="0"/>
                  </a:moveTo>
                  <a:cubicBezTo>
                    <a:pt x="379764" y="0"/>
                    <a:pt x="386734" y="6970"/>
                    <a:pt x="386734" y="15567"/>
                  </a:cubicBezTo>
                  <a:cubicBezTo>
                    <a:pt x="386734" y="24164"/>
                    <a:pt x="379764" y="31134"/>
                    <a:pt x="371167" y="31134"/>
                  </a:cubicBezTo>
                  <a:cubicBezTo>
                    <a:pt x="362570" y="31134"/>
                    <a:pt x="355600" y="24164"/>
                    <a:pt x="355600" y="15567"/>
                  </a:cubicBezTo>
                  <a:cubicBezTo>
                    <a:pt x="355600" y="6970"/>
                    <a:pt x="362570" y="0"/>
                    <a:pt x="371167" y="0"/>
                  </a:cubicBezTo>
                  <a:close/>
                  <a:moveTo>
                    <a:pt x="282267" y="0"/>
                  </a:moveTo>
                  <a:cubicBezTo>
                    <a:pt x="290864" y="0"/>
                    <a:pt x="297834" y="6970"/>
                    <a:pt x="297834" y="15567"/>
                  </a:cubicBezTo>
                  <a:cubicBezTo>
                    <a:pt x="297834" y="24164"/>
                    <a:pt x="290864" y="31134"/>
                    <a:pt x="282267" y="31134"/>
                  </a:cubicBezTo>
                  <a:cubicBezTo>
                    <a:pt x="273670" y="31134"/>
                    <a:pt x="266700" y="24164"/>
                    <a:pt x="266700" y="15567"/>
                  </a:cubicBezTo>
                  <a:cubicBezTo>
                    <a:pt x="266700" y="6970"/>
                    <a:pt x="273670" y="0"/>
                    <a:pt x="282267" y="0"/>
                  </a:cubicBezTo>
                  <a:close/>
                  <a:moveTo>
                    <a:pt x="193367" y="0"/>
                  </a:moveTo>
                  <a:cubicBezTo>
                    <a:pt x="201964" y="0"/>
                    <a:pt x="208934" y="6970"/>
                    <a:pt x="208934" y="15567"/>
                  </a:cubicBezTo>
                  <a:cubicBezTo>
                    <a:pt x="208934" y="24164"/>
                    <a:pt x="201964" y="31134"/>
                    <a:pt x="193367" y="31134"/>
                  </a:cubicBezTo>
                  <a:cubicBezTo>
                    <a:pt x="184770" y="31134"/>
                    <a:pt x="177800" y="24164"/>
                    <a:pt x="177800" y="15567"/>
                  </a:cubicBezTo>
                  <a:cubicBezTo>
                    <a:pt x="177800" y="6970"/>
                    <a:pt x="184770" y="0"/>
                    <a:pt x="193367" y="0"/>
                  </a:cubicBezTo>
                  <a:close/>
                  <a:moveTo>
                    <a:pt x="104467" y="0"/>
                  </a:moveTo>
                  <a:cubicBezTo>
                    <a:pt x="113064" y="0"/>
                    <a:pt x="120034" y="6970"/>
                    <a:pt x="120034" y="15567"/>
                  </a:cubicBezTo>
                  <a:cubicBezTo>
                    <a:pt x="120034" y="24164"/>
                    <a:pt x="113064" y="31134"/>
                    <a:pt x="104467" y="31134"/>
                  </a:cubicBezTo>
                  <a:cubicBezTo>
                    <a:pt x="95870" y="31134"/>
                    <a:pt x="88900" y="24164"/>
                    <a:pt x="88900" y="15567"/>
                  </a:cubicBezTo>
                  <a:cubicBezTo>
                    <a:pt x="88900" y="6970"/>
                    <a:pt x="95870" y="0"/>
                    <a:pt x="104467" y="0"/>
                  </a:cubicBezTo>
                  <a:close/>
                  <a:moveTo>
                    <a:pt x="15567" y="0"/>
                  </a:moveTo>
                  <a:cubicBezTo>
                    <a:pt x="24164" y="0"/>
                    <a:pt x="31134" y="6970"/>
                    <a:pt x="31134" y="15567"/>
                  </a:cubicBezTo>
                  <a:cubicBezTo>
                    <a:pt x="31134" y="24164"/>
                    <a:pt x="24164" y="31134"/>
                    <a:pt x="15567" y="31134"/>
                  </a:cubicBezTo>
                  <a:cubicBezTo>
                    <a:pt x="6970" y="31134"/>
                    <a:pt x="0" y="24164"/>
                    <a:pt x="0" y="15567"/>
                  </a:cubicBezTo>
                  <a:cubicBezTo>
                    <a:pt x="0" y="6970"/>
                    <a:pt x="6970" y="0"/>
                    <a:pt x="15567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92000"/>
                  </a:schemeClr>
                </a:gs>
                <a:gs pos="65000">
                  <a:schemeClr val="bg1">
                    <a:alpha val="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066655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FC2D44D3-0228-49FA-BE76-DBB91A29FBC4}" type="datetimeFigureOut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0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21D18BF5-6588-41F5-BA75-3BA02C132B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D5D9113-7A09-4161-8353-4021ADC4CAC7}"/>
              </a:ext>
            </a:extLst>
          </p:cNvPr>
          <p:cNvSpPr/>
          <p:nvPr userDrawn="1"/>
        </p:nvSpPr>
        <p:spPr>
          <a:xfrm flipH="1">
            <a:off x="10080000" y="481247"/>
            <a:ext cx="429221" cy="429221"/>
          </a:xfrm>
          <a:prstGeom prst="ellipse">
            <a:avLst/>
          </a:prstGeom>
          <a:solidFill>
            <a:srgbClr val="AAC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F1B43DE-1EB5-4C8E-AA2C-A9DF40BB5043}"/>
              </a:ext>
            </a:extLst>
          </p:cNvPr>
          <p:cNvSpPr/>
          <p:nvPr userDrawn="1"/>
        </p:nvSpPr>
        <p:spPr>
          <a:xfrm flipH="1">
            <a:off x="10080000" y="962494"/>
            <a:ext cx="429221" cy="429221"/>
          </a:xfrm>
          <a:prstGeom prst="ellipse">
            <a:avLst/>
          </a:prstGeom>
          <a:solidFill>
            <a:srgbClr val="00AA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D6381F5-A2C5-4A65-95AC-06F96AFB47D7}"/>
              </a:ext>
            </a:extLst>
          </p:cNvPr>
          <p:cNvSpPr/>
          <p:nvPr userDrawn="1"/>
        </p:nvSpPr>
        <p:spPr>
          <a:xfrm flipH="1">
            <a:off x="10080000" y="0"/>
            <a:ext cx="429221" cy="429221"/>
          </a:xfrm>
          <a:prstGeom prst="ellipse">
            <a:avLst/>
          </a:prstGeom>
          <a:solidFill>
            <a:srgbClr val="C5E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AAAFDFF-8B4E-43DC-B26D-58359B6BF966}"/>
              </a:ext>
            </a:extLst>
          </p:cNvPr>
          <p:cNvSpPr/>
          <p:nvPr userDrawn="1"/>
        </p:nvSpPr>
        <p:spPr>
          <a:xfrm flipH="1">
            <a:off x="10620000" y="962498"/>
            <a:ext cx="429221" cy="429221"/>
          </a:xfrm>
          <a:prstGeom prst="ellipse">
            <a:avLst/>
          </a:prstGeom>
          <a:solidFill>
            <a:srgbClr val="A36B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200" rIns="0" bIns="0" rtlCol="0" anchor="t"/>
          <a:lstStyle/>
          <a:p>
            <a:pPr lvl="0" algn="ctr" defTabSz="1118038" fontAlgn="ctr">
              <a:lnSpc>
                <a:spcPct val="114000"/>
              </a:lnSpc>
            </a:pPr>
            <a:endParaRPr kumimoji="1" lang="ko-KR" altLang="en-US" sz="1286" dirty="0">
              <a:ln>
                <a:solidFill>
                  <a:prstClr val="black">
                    <a:lumMod val="95000"/>
                    <a:lumOff val="5000"/>
                    <a:alpha val="0"/>
                  </a:prstClr>
                </a:solidFill>
              </a:ln>
              <a:gradFill>
                <a:gsLst>
                  <a:gs pos="0">
                    <a:prstClr val="white"/>
                  </a:gs>
                  <a:gs pos="5000">
                    <a:prstClr val="white"/>
                  </a:gs>
                </a:gsLst>
                <a:lin ang="5400000" scaled="0"/>
              </a:gradFill>
              <a:effectLst>
                <a:outerShdw blurRad="63500" algn="ctr" rotWithShape="0">
                  <a:prstClr val="black">
                    <a:alpha val="50000"/>
                  </a:prstClr>
                </a:outerShdw>
              </a:effectLst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EBFE499-4FAB-4F45-8326-C406B1C8F9DA}"/>
              </a:ext>
            </a:extLst>
          </p:cNvPr>
          <p:cNvSpPr/>
          <p:nvPr userDrawn="1"/>
        </p:nvSpPr>
        <p:spPr>
          <a:xfrm flipH="1">
            <a:off x="10080000" y="1443741"/>
            <a:ext cx="429221" cy="429221"/>
          </a:xfrm>
          <a:prstGeom prst="ellipse">
            <a:avLst/>
          </a:prstGeom>
          <a:solidFill>
            <a:srgbClr val="E633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7806090-DB1A-46BE-B798-28FA9D2D1A07}"/>
              </a:ext>
            </a:extLst>
          </p:cNvPr>
          <p:cNvSpPr/>
          <p:nvPr userDrawn="1"/>
        </p:nvSpPr>
        <p:spPr>
          <a:xfrm flipH="1">
            <a:off x="10080000" y="1924990"/>
            <a:ext cx="429221" cy="429221"/>
          </a:xfrm>
          <a:prstGeom prst="ellipse">
            <a:avLst/>
          </a:prstGeom>
          <a:solidFill>
            <a:srgbClr val="0A6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421CD87-5C0E-4F7F-ADB5-A3E218242556}"/>
              </a:ext>
            </a:extLst>
          </p:cNvPr>
          <p:cNvSpPr/>
          <p:nvPr userDrawn="1"/>
        </p:nvSpPr>
        <p:spPr>
          <a:xfrm flipH="1">
            <a:off x="10620000" y="1443744"/>
            <a:ext cx="429221" cy="429221"/>
          </a:xfrm>
          <a:prstGeom prst="ellipse">
            <a:avLst/>
          </a:prstGeom>
          <a:solidFill>
            <a:srgbClr val="EE71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1D8061A-B66A-40A4-AFF7-C0A30B888845}"/>
              </a:ext>
            </a:extLst>
          </p:cNvPr>
          <p:cNvSpPr/>
          <p:nvPr userDrawn="1"/>
        </p:nvSpPr>
        <p:spPr>
          <a:xfrm flipH="1">
            <a:off x="10620000" y="1924990"/>
            <a:ext cx="429221" cy="429221"/>
          </a:xfrm>
          <a:prstGeom prst="ellipse">
            <a:avLst/>
          </a:prstGeom>
          <a:solidFill>
            <a:srgbClr val="75A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D26CCCF-69FA-440D-95B1-0E113C8A1F3D}"/>
              </a:ext>
            </a:extLst>
          </p:cNvPr>
          <p:cNvSpPr/>
          <p:nvPr userDrawn="1"/>
        </p:nvSpPr>
        <p:spPr>
          <a:xfrm flipH="1">
            <a:off x="11160000" y="1443744"/>
            <a:ext cx="429221" cy="429221"/>
          </a:xfrm>
          <a:prstGeom prst="ellipse">
            <a:avLst/>
          </a:prstGeom>
          <a:solidFill>
            <a:srgbClr val="FAD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D4BC23C-F0C2-4BFF-AB03-767964BFCC7E}"/>
              </a:ext>
            </a:extLst>
          </p:cNvPr>
          <p:cNvSpPr/>
          <p:nvPr userDrawn="1"/>
        </p:nvSpPr>
        <p:spPr>
          <a:xfrm flipH="1">
            <a:off x="11160000" y="1924990"/>
            <a:ext cx="429221" cy="429221"/>
          </a:xfrm>
          <a:prstGeom prst="ellipse">
            <a:avLst/>
          </a:prstGeom>
          <a:solidFill>
            <a:srgbClr val="C9D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D5D9113-7A09-4161-8353-4021ADC4CAC7}"/>
              </a:ext>
            </a:extLst>
          </p:cNvPr>
          <p:cNvSpPr/>
          <p:nvPr userDrawn="1"/>
        </p:nvSpPr>
        <p:spPr>
          <a:xfrm flipH="1">
            <a:off x="10620000" y="481248"/>
            <a:ext cx="429221" cy="429221"/>
          </a:xfrm>
          <a:prstGeom prst="ellipse">
            <a:avLst/>
          </a:prstGeom>
          <a:solidFill>
            <a:srgbClr val="E4D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D6381F5-A2C5-4A65-95AC-06F96AFB47D7}"/>
              </a:ext>
            </a:extLst>
          </p:cNvPr>
          <p:cNvSpPr/>
          <p:nvPr userDrawn="1"/>
        </p:nvSpPr>
        <p:spPr>
          <a:xfrm flipH="1">
            <a:off x="10620000" y="0"/>
            <a:ext cx="429221" cy="429221"/>
          </a:xfrm>
          <a:prstGeom prst="ellipse">
            <a:avLst/>
          </a:prstGeom>
          <a:solidFill>
            <a:srgbClr val="F6F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latin typeface="현대산스 Head Light" panose="020B0600000101010101" pitchFamily="50" charset="-127"/>
              <a:ea typeface="현대산스 Head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861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1" r:id="rId2"/>
    <p:sldLayoutId id="2147483692" r:id="rId3"/>
    <p:sldLayoutId id="2147483670" r:id="rId4"/>
    <p:sldLayoutId id="2147483671" r:id="rId5"/>
    <p:sldLayoutId id="2147483690" r:id="rId6"/>
    <p:sldLayoutId id="2147483676" r:id="rId7"/>
    <p:sldLayoutId id="2147483677" r:id="rId8"/>
    <p:sldLayoutId id="2147483675" r:id="rId9"/>
    <p:sldLayoutId id="2147483695" r:id="rId10"/>
    <p:sldLayoutId id="2147483678" r:id="rId11"/>
    <p:sldLayoutId id="2147483679" r:id="rId12"/>
    <p:sldLayoutId id="2147483680" r:id="rId13"/>
    <p:sldLayoutId id="2147483693" r:id="rId14"/>
    <p:sldLayoutId id="2147483672" r:id="rId15"/>
    <p:sldLayoutId id="2147483683" r:id="rId16"/>
    <p:sldLayoutId id="2147483684" r:id="rId17"/>
    <p:sldLayoutId id="2147483694" r:id="rId18"/>
    <p:sldLayoutId id="2147483685" r:id="rId19"/>
    <p:sldLayoutId id="2147483686" r:id="rId20"/>
    <p:sldLayoutId id="2147483687" r:id="rId21"/>
    <p:sldLayoutId id="2147483688" r:id="rId22"/>
    <p:sldLayoutId id="2147483682" r:id="rId23"/>
    <p:sldLayoutId id="2147483689" r:id="rId24"/>
    <p:sldLayoutId id="2147483669" r:id="rId2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0"/>
          </a:gradFill>
          <a:latin typeface="나눔스퀘어" panose="020B0600000101010101" pitchFamily="50" charset="-127"/>
          <a:ea typeface="나눔스퀘어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0"/>
          </a:gra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0"/>
          </a:gra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0"/>
          </a:gra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0"/>
          </a:gra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0"/>
          </a:gra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4826AEE-A6FD-B516-C366-F811787DF316}"/>
              </a:ext>
            </a:extLst>
          </p:cNvPr>
          <p:cNvGrpSpPr/>
          <p:nvPr/>
        </p:nvGrpSpPr>
        <p:grpSpPr>
          <a:xfrm>
            <a:off x="858012" y="2976693"/>
            <a:ext cx="336804" cy="386789"/>
            <a:chOff x="858012" y="2193592"/>
            <a:chExt cx="336804" cy="386789"/>
          </a:xfrm>
        </p:grpSpPr>
        <p:sp>
          <p:nvSpPr>
            <p:cNvPr id="8" name="제목 5"/>
            <p:cNvSpPr txBox="1">
              <a:spLocks/>
            </p:cNvSpPr>
            <p:nvPr/>
          </p:nvSpPr>
          <p:spPr>
            <a:xfrm>
              <a:off x="858012" y="2385263"/>
              <a:ext cx="327013" cy="19511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sz="14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날짜</a:t>
              </a: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858012" y="2193592"/>
              <a:ext cx="33680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제목 5"/>
          <p:cNvSpPr txBox="1">
            <a:spLocks/>
          </p:cNvSpPr>
          <p:nvPr/>
        </p:nvSpPr>
        <p:spPr>
          <a:xfrm>
            <a:off x="740532" y="1484784"/>
            <a:ext cx="5588452" cy="952725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415"/>
              </a:spcAft>
            </a:pPr>
            <a:r>
              <a:rPr lang="ko-KR" altLang="en-US" sz="2400" b="1" spc="-138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고객사명</a:t>
            </a:r>
            <a:br>
              <a:rPr lang="en-US" altLang="ko-KR" sz="2400" b="1" spc="-138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2400" b="1" spc="-138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과정명</a:t>
            </a:r>
            <a:br>
              <a:rPr lang="en-US" altLang="ko-KR" sz="2400" b="1" spc="-138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3600" b="1" spc="-138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과정운영 결과보고서</a:t>
            </a:r>
          </a:p>
        </p:txBody>
      </p:sp>
    </p:spTree>
    <p:extLst>
      <p:ext uri="{BB962C8B-B14F-4D97-AF65-F5344CB8AC3E}">
        <p14:creationId xmlns:p14="http://schemas.microsoft.com/office/powerpoint/2010/main" val="4134529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194686"/>
              </p:ext>
            </p:extLst>
          </p:nvPr>
        </p:nvGraphicFramePr>
        <p:xfrm>
          <a:off x="5961112" y="4061460"/>
          <a:ext cx="3434208" cy="20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4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000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7000"/>
                        </a:spcAft>
                      </a:pPr>
                      <a:r>
                        <a:rPr lang="en-US" altLang="ko-KR" sz="2100" b="0" kern="1200" spc="-5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Ⅰ</a:t>
                      </a:r>
                      <a:endParaRPr lang="ko-KR" altLang="en-US" sz="2100" b="0" kern="1200" spc="-5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18800" marB="46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Aft>
                          <a:spcPts val="7000"/>
                        </a:spcAft>
                      </a:pPr>
                      <a:r>
                        <a:rPr lang="en-US" altLang="ko-KR" sz="2100" b="0" kern="1200" spc="-5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 </a:t>
                      </a:r>
                      <a:r>
                        <a:rPr lang="ko-KR" altLang="en-US" sz="2100" b="0" kern="1200" spc="-5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실시개요</a:t>
                      </a:r>
                    </a:p>
                  </a:txBody>
                  <a:tcPr marL="0" marT="118800" marB="46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kern="12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</a:t>
                      </a:r>
                      <a:endParaRPr lang="ko-KR" altLang="en-US" sz="1800" b="0" kern="120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R="0" marT="140400" marB="46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000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7000"/>
                        </a:spcAft>
                      </a:pPr>
                      <a:r>
                        <a:rPr lang="en-US" altLang="ko-KR" sz="2100" b="0" kern="1200" spc="-5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Ⅱ</a:t>
                      </a:r>
                      <a:endParaRPr lang="ko-KR" altLang="en-US" sz="2100" b="0" kern="1200" spc="-5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18800" marB="46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Aft>
                          <a:spcPts val="7000"/>
                        </a:spcAft>
                      </a:pPr>
                      <a:r>
                        <a:rPr lang="en-US" altLang="ko-KR" sz="2100" b="0" kern="1200" spc="-5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 </a:t>
                      </a:r>
                      <a:r>
                        <a:rPr lang="ko-KR" altLang="en-US" sz="2100" b="0" kern="1200" spc="-5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만족도 결과</a:t>
                      </a:r>
                    </a:p>
                  </a:txBody>
                  <a:tcPr marL="0" marT="118800" marB="46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kern="120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8</a:t>
                      </a:r>
                      <a:endParaRPr lang="ko-KR" altLang="en-US" sz="1800" b="0" kern="120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R="0" marT="140400" marB="46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000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7000"/>
                        </a:spcAft>
                      </a:pPr>
                      <a:endParaRPr lang="ko-KR" altLang="en-US" sz="2100" b="0" kern="1200" spc="-5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18800" marB="46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Aft>
                          <a:spcPts val="7000"/>
                        </a:spcAft>
                      </a:pPr>
                      <a:r>
                        <a:rPr lang="en-US" altLang="ko-KR" sz="2100" b="0" kern="1200" spc="-50" baseline="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</a:t>
                      </a:r>
                      <a:endParaRPr lang="ko-KR" altLang="en-US" sz="2100" b="0" kern="1200" spc="-5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T="118800" marB="46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en-US" altLang="ko-KR" sz="1800" b="0" kern="120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algn="r" latinLnBrk="1"/>
                      <a:endParaRPr lang="ko-KR" altLang="en-US" sz="1800" b="0" kern="120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R="0" marT="140400" marB="46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34A25F3-4722-4299-865D-D6E39FAE7B90}"/>
              </a:ext>
            </a:extLst>
          </p:cNvPr>
          <p:cNvCxnSpPr/>
          <p:nvPr/>
        </p:nvCxnSpPr>
        <p:spPr>
          <a:xfrm>
            <a:off x="6025260" y="4727460"/>
            <a:ext cx="3384000" cy="0"/>
          </a:xfrm>
          <a:prstGeom prst="line">
            <a:avLst/>
          </a:prstGeom>
          <a:ln w="952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34A25F3-4722-4299-865D-D6E39FAE7B90}"/>
              </a:ext>
            </a:extLst>
          </p:cNvPr>
          <p:cNvCxnSpPr/>
          <p:nvPr/>
        </p:nvCxnSpPr>
        <p:spPr>
          <a:xfrm>
            <a:off x="6025260" y="5393460"/>
            <a:ext cx="3384000" cy="0"/>
          </a:xfrm>
          <a:prstGeom prst="line">
            <a:avLst/>
          </a:prstGeom>
          <a:ln w="952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179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/>
        </p:nvSpPr>
        <p:spPr>
          <a:xfrm>
            <a:off x="324001" y="673200"/>
            <a:ext cx="833562" cy="1199747"/>
          </a:xfrm>
          <a:prstGeom prst="rect">
            <a:avLst/>
          </a:prstGeom>
          <a:noFill/>
        </p:spPr>
        <p:txBody>
          <a:bodyPr wrap="none" lIns="0" tIns="0" rIns="0" bIns="28800" rtlCol="0" anchor="b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ko-KR" sz="7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Ⅰ</a:t>
            </a:r>
            <a:endParaRPr lang="ko-KR" altLang="en-US" sz="7200" spc="-5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/>
        </p:nvSpPr>
        <p:spPr>
          <a:xfrm>
            <a:off x="324000" y="1898147"/>
            <a:ext cx="1763303" cy="756792"/>
          </a:xfrm>
          <a:prstGeom prst="rect">
            <a:avLst/>
          </a:prstGeom>
          <a:noFill/>
        </p:spPr>
        <p:txBody>
          <a:bodyPr wrap="none" lIns="0" tIns="19080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ko-KR" altLang="en-US" sz="3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과정 개요</a:t>
            </a:r>
          </a:p>
        </p:txBody>
      </p:sp>
      <p:sp>
        <p:nvSpPr>
          <p:cNvPr id="14" name="Freeform 5"/>
          <p:cNvSpPr>
            <a:spLocks noChangeAspect="1"/>
          </p:cNvSpPr>
          <p:nvPr/>
        </p:nvSpPr>
        <p:spPr bwMode="auto">
          <a:xfrm>
            <a:off x="4894270" y="2177372"/>
            <a:ext cx="161794" cy="327600"/>
          </a:xfrm>
          <a:custGeom>
            <a:avLst/>
            <a:gdLst>
              <a:gd name="T0" fmla="*/ 89 w 121"/>
              <a:gd name="T1" fmla="*/ 11 h 245"/>
              <a:gd name="T2" fmla="*/ 89 w 121"/>
              <a:gd name="T3" fmla="*/ 233 h 245"/>
              <a:gd name="T4" fmla="*/ 121 w 121"/>
              <a:gd name="T5" fmla="*/ 233 h 245"/>
              <a:gd name="T6" fmla="*/ 121 w 121"/>
              <a:gd name="T7" fmla="*/ 245 h 245"/>
              <a:gd name="T8" fmla="*/ 0 w 121"/>
              <a:gd name="T9" fmla="*/ 245 h 245"/>
              <a:gd name="T10" fmla="*/ 0 w 121"/>
              <a:gd name="T11" fmla="*/ 233 h 245"/>
              <a:gd name="T12" fmla="*/ 32 w 121"/>
              <a:gd name="T13" fmla="*/ 233 h 245"/>
              <a:gd name="T14" fmla="*/ 32 w 121"/>
              <a:gd name="T15" fmla="*/ 11 h 245"/>
              <a:gd name="T16" fmla="*/ 0 w 121"/>
              <a:gd name="T17" fmla="*/ 11 h 245"/>
              <a:gd name="T18" fmla="*/ 0 w 121"/>
              <a:gd name="T19" fmla="*/ 0 h 245"/>
              <a:gd name="T20" fmla="*/ 121 w 121"/>
              <a:gd name="T21" fmla="*/ 0 h 245"/>
              <a:gd name="T22" fmla="*/ 121 w 121"/>
              <a:gd name="T23" fmla="*/ 11 h 245"/>
              <a:gd name="T24" fmla="*/ 89 w 121"/>
              <a:gd name="T25" fmla="*/ 11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1" h="245">
                <a:moveTo>
                  <a:pt x="89" y="11"/>
                </a:moveTo>
                <a:lnTo>
                  <a:pt x="89" y="233"/>
                </a:lnTo>
                <a:lnTo>
                  <a:pt x="121" y="233"/>
                </a:lnTo>
                <a:lnTo>
                  <a:pt x="121" y="245"/>
                </a:lnTo>
                <a:lnTo>
                  <a:pt x="0" y="245"/>
                </a:lnTo>
                <a:lnTo>
                  <a:pt x="0" y="233"/>
                </a:lnTo>
                <a:lnTo>
                  <a:pt x="32" y="233"/>
                </a:lnTo>
                <a:lnTo>
                  <a:pt x="32" y="11"/>
                </a:lnTo>
                <a:lnTo>
                  <a:pt x="0" y="11"/>
                </a:lnTo>
                <a:lnTo>
                  <a:pt x="0" y="0"/>
                </a:lnTo>
                <a:lnTo>
                  <a:pt x="121" y="0"/>
                </a:lnTo>
                <a:lnTo>
                  <a:pt x="121" y="11"/>
                </a:lnTo>
                <a:lnTo>
                  <a:pt x="89" y="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3305" tIns="31652" rIns="63305" bIns="31652" numCol="1" anchor="t" anchorCtr="0" compatLnSpc="1">
            <a:prstTxWarp prst="textNoShape">
              <a:avLst/>
            </a:prstTxWarp>
          </a:bodyPr>
          <a:lstStyle/>
          <a:p>
            <a:endParaRPr lang="ko-KR" altLang="en-US" sz="1246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149575" y="3257333"/>
            <a:ext cx="1651193" cy="568847"/>
          </a:xfrm>
          <a:prstGeom prst="rect">
            <a:avLst/>
          </a:prstGeom>
          <a:noFill/>
        </p:spPr>
        <p:txBody>
          <a:bodyPr wrap="none" lIns="72757" tIns="37833" rIns="72757" bIns="37833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Century Gothic" pitchFamily="34" charset="0"/>
                <a:ea typeface="Century Gothic" pitchFamily="34" charset="0"/>
                <a:cs typeface="Century Gothic" pitchFamily="34" charset="0"/>
              </a:defRPr>
            </a:lvl1pPr>
          </a:lstStyle>
          <a:p>
            <a:pPr lvl="0">
              <a:defRPr/>
            </a:pPr>
            <a:r>
              <a:rPr lang="ko-KR" altLang="en-US" sz="3200" b="0" spc="-69" dirty="0">
                <a:ln>
                  <a:solidFill>
                    <a:srgbClr val="111E90">
                      <a:alpha val="0"/>
                    </a:srgbClr>
                  </a:solidFill>
                </a:ln>
                <a:solidFill>
                  <a:srgbClr val="36A86F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실시</a:t>
            </a:r>
            <a:r>
              <a:rPr lang="en-US" altLang="ko-KR" sz="3200" b="0" spc="-69" dirty="0">
                <a:ln>
                  <a:solidFill>
                    <a:srgbClr val="111E90">
                      <a:alpha val="0"/>
                    </a:srgbClr>
                  </a:solidFill>
                </a:ln>
                <a:solidFill>
                  <a:srgbClr val="36A86F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3200" b="0" spc="-69" dirty="0">
                <a:ln>
                  <a:solidFill>
                    <a:srgbClr val="111E90">
                      <a:alpha val="0"/>
                    </a:srgbClr>
                  </a:solidFill>
                </a:ln>
                <a:solidFill>
                  <a:srgbClr val="36A86F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2250750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063827"/>
              </p:ext>
            </p:extLst>
          </p:nvPr>
        </p:nvGraphicFramePr>
        <p:xfrm>
          <a:off x="324000" y="1484310"/>
          <a:ext cx="9259200" cy="4861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4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200" b="1" kern="1200" dirty="0" err="1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과정명</a:t>
                      </a:r>
                      <a:endParaRPr lang="ko-KR" altLang="en-US" sz="12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200" b="0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고객사명</a:t>
                      </a:r>
                      <a:r>
                        <a:rPr lang="en-US" altLang="ko-KR" sz="1200" b="0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_</a:t>
                      </a:r>
                      <a:r>
                        <a:rPr lang="ko-KR" altLang="en-US" sz="1200" b="0" kern="1200" dirty="0" err="1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과정명</a:t>
                      </a:r>
                      <a:endParaRPr lang="ko-KR" altLang="en-US" sz="1200" b="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5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20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과정 목적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20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12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20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과정 내용</a:t>
                      </a:r>
                      <a:endParaRPr lang="en-US" altLang="ko-KR" sz="12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200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데이터 분석 결과에 따른 모듈명을 </a:t>
                      </a:r>
                      <a:r>
                        <a:rPr lang="ko-KR" altLang="en-US" sz="1200" kern="1200" dirty="0" err="1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작성할것</a:t>
                      </a:r>
                      <a:endParaRPr lang="en-US" altLang="ko-KR" sz="120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4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20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교육 일정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200" kern="120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교육일정</a:t>
                      </a:r>
                      <a:endParaRPr lang="en-US" altLang="ko-KR" sz="1200" kern="120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4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20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장소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200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교육장소</a:t>
                      </a:r>
                      <a:endParaRPr lang="en-US" altLang="ko-KR" sz="120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4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20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교육 대상자</a:t>
                      </a:r>
                      <a:endParaRPr lang="en-US" altLang="ko-KR" sz="12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200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대상자</a:t>
                      </a:r>
                      <a:endParaRPr lang="en-US" altLang="ko-KR" sz="120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4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20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강사</a:t>
                      </a:r>
                      <a:endParaRPr lang="en-US" altLang="ko-KR" sz="12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200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강사</a:t>
                      </a:r>
                      <a:endParaRPr lang="en-US" altLang="ko-KR" sz="120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303406"/>
                  </a:ext>
                </a:extLst>
              </a:tr>
            </a:tbl>
          </a:graphicData>
        </a:graphic>
      </p:graphicFrame>
      <p:sp>
        <p:nvSpPr>
          <p:cNvPr id="26" name="사각형: 둥근 모서리 3">
            <a:extLst>
              <a:ext uri="{FF2B5EF4-FFF2-40B4-BE49-F238E27FC236}">
                <a16:creationId xmlns:a16="http://schemas.microsoft.com/office/drawing/2014/main" id="{573C4F1F-DE48-F3D9-D703-2BDCF6DE62A4}"/>
              </a:ext>
            </a:extLst>
          </p:cNvPr>
          <p:cNvSpPr/>
          <p:nvPr/>
        </p:nvSpPr>
        <p:spPr>
          <a:xfrm>
            <a:off x="322263" y="944724"/>
            <a:ext cx="9259887" cy="460524"/>
          </a:xfrm>
          <a:prstGeom prst="roundRect">
            <a:avLst>
              <a:gd name="adj" fmla="val 532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24">
            <a:extLst>
              <a:ext uri="{FF2B5EF4-FFF2-40B4-BE49-F238E27FC236}">
                <a16:creationId xmlns:a16="http://schemas.microsoft.com/office/drawing/2014/main" id="{E8363737-0FA4-1F4A-BA95-CCC2C81FB5AC}"/>
              </a:ext>
            </a:extLst>
          </p:cNvPr>
          <p:cNvSpPr txBox="1"/>
          <p:nvPr/>
        </p:nvSpPr>
        <p:spPr>
          <a:xfrm>
            <a:off x="944503" y="1083186"/>
            <a:ext cx="2210816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algn="ctr" defTabSz="903124">
              <a:spcBef>
                <a:spcPts val="363"/>
              </a:spcBef>
              <a:defRPr sz="1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ko-KR" altLang="en-US" sz="14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과정 개요</a:t>
            </a:r>
            <a:endParaRPr lang="en-US" altLang="ko-KR" sz="14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41" name="Freeform 26"/>
          <p:cNvSpPr>
            <a:spLocks noEditPoints="1"/>
          </p:cNvSpPr>
          <p:nvPr/>
        </p:nvSpPr>
        <p:spPr bwMode="auto">
          <a:xfrm>
            <a:off x="520233" y="1016732"/>
            <a:ext cx="150995" cy="286868"/>
          </a:xfrm>
          <a:custGeom>
            <a:avLst/>
            <a:gdLst>
              <a:gd name="T0" fmla="*/ 213 w 244"/>
              <a:gd name="T1" fmla="*/ 206 h 462"/>
              <a:gd name="T2" fmla="*/ 220 w 244"/>
              <a:gd name="T3" fmla="*/ 154 h 462"/>
              <a:gd name="T4" fmla="*/ 192 w 244"/>
              <a:gd name="T5" fmla="*/ 104 h 462"/>
              <a:gd name="T6" fmla="*/ 161 w 244"/>
              <a:gd name="T7" fmla="*/ 54 h 462"/>
              <a:gd name="T8" fmla="*/ 125 w 244"/>
              <a:gd name="T9" fmla="*/ 0 h 462"/>
              <a:gd name="T10" fmla="*/ 114 w 244"/>
              <a:gd name="T11" fmla="*/ 54 h 462"/>
              <a:gd name="T12" fmla="*/ 73 w 244"/>
              <a:gd name="T13" fmla="*/ 104 h 462"/>
              <a:gd name="T14" fmla="*/ 50 w 244"/>
              <a:gd name="T15" fmla="*/ 154 h 462"/>
              <a:gd name="T16" fmla="*/ 19 w 244"/>
              <a:gd name="T17" fmla="*/ 206 h 462"/>
              <a:gd name="T18" fmla="*/ 31 w 244"/>
              <a:gd name="T19" fmla="*/ 320 h 462"/>
              <a:gd name="T20" fmla="*/ 0 w 244"/>
              <a:gd name="T21" fmla="*/ 336 h 462"/>
              <a:gd name="T22" fmla="*/ 12 w 244"/>
              <a:gd name="T23" fmla="*/ 462 h 462"/>
              <a:gd name="T24" fmla="*/ 230 w 244"/>
              <a:gd name="T25" fmla="*/ 336 h 462"/>
              <a:gd name="T26" fmla="*/ 244 w 244"/>
              <a:gd name="T27" fmla="*/ 320 h 462"/>
              <a:gd name="T28" fmla="*/ 73 w 244"/>
              <a:gd name="T29" fmla="*/ 116 h 462"/>
              <a:gd name="T30" fmla="*/ 97 w 244"/>
              <a:gd name="T31" fmla="*/ 144 h 462"/>
              <a:gd name="T32" fmla="*/ 73 w 244"/>
              <a:gd name="T33" fmla="*/ 116 h 462"/>
              <a:gd name="T34" fmla="*/ 59 w 244"/>
              <a:gd name="T35" fmla="*/ 445 h 462"/>
              <a:gd name="T36" fmla="*/ 85 w 244"/>
              <a:gd name="T37" fmla="*/ 412 h 462"/>
              <a:gd name="T38" fmla="*/ 102 w 244"/>
              <a:gd name="T39" fmla="*/ 308 h 462"/>
              <a:gd name="T40" fmla="*/ 76 w 244"/>
              <a:gd name="T41" fmla="*/ 272 h 462"/>
              <a:gd name="T42" fmla="*/ 102 w 244"/>
              <a:gd name="T43" fmla="*/ 308 h 462"/>
              <a:gd name="T44" fmla="*/ 114 w 244"/>
              <a:gd name="T45" fmla="*/ 445 h 462"/>
              <a:gd name="T46" fmla="*/ 125 w 244"/>
              <a:gd name="T47" fmla="*/ 365 h 462"/>
              <a:gd name="T48" fmla="*/ 128 w 244"/>
              <a:gd name="T49" fmla="*/ 99 h 462"/>
              <a:gd name="T50" fmla="*/ 107 w 244"/>
              <a:gd name="T51" fmla="*/ 71 h 462"/>
              <a:gd name="T52" fmla="*/ 128 w 244"/>
              <a:gd name="T53" fmla="*/ 99 h 462"/>
              <a:gd name="T54" fmla="*/ 170 w 244"/>
              <a:gd name="T55" fmla="*/ 225 h 462"/>
              <a:gd name="T56" fmla="*/ 142 w 244"/>
              <a:gd name="T57" fmla="*/ 258 h 462"/>
              <a:gd name="T58" fmla="*/ 182 w 244"/>
              <a:gd name="T59" fmla="*/ 398 h 462"/>
              <a:gd name="T60" fmla="*/ 154 w 244"/>
              <a:gd name="T61" fmla="*/ 365 h 462"/>
              <a:gd name="T62" fmla="*/ 182 w 244"/>
              <a:gd name="T63" fmla="*/ 398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4" h="462">
                <a:moveTo>
                  <a:pt x="213" y="320"/>
                </a:moveTo>
                <a:lnTo>
                  <a:pt x="213" y="206"/>
                </a:lnTo>
                <a:lnTo>
                  <a:pt x="220" y="206"/>
                </a:lnTo>
                <a:lnTo>
                  <a:pt x="220" y="154"/>
                </a:lnTo>
                <a:lnTo>
                  <a:pt x="192" y="154"/>
                </a:lnTo>
                <a:lnTo>
                  <a:pt x="192" y="104"/>
                </a:lnTo>
                <a:lnTo>
                  <a:pt x="161" y="104"/>
                </a:lnTo>
                <a:lnTo>
                  <a:pt x="161" y="54"/>
                </a:lnTo>
                <a:lnTo>
                  <a:pt x="125" y="54"/>
                </a:lnTo>
                <a:lnTo>
                  <a:pt x="125" y="0"/>
                </a:lnTo>
                <a:lnTo>
                  <a:pt x="114" y="0"/>
                </a:lnTo>
                <a:lnTo>
                  <a:pt x="114" y="54"/>
                </a:lnTo>
                <a:lnTo>
                  <a:pt x="73" y="54"/>
                </a:lnTo>
                <a:lnTo>
                  <a:pt x="73" y="104"/>
                </a:lnTo>
                <a:lnTo>
                  <a:pt x="50" y="104"/>
                </a:lnTo>
                <a:lnTo>
                  <a:pt x="50" y="154"/>
                </a:lnTo>
                <a:lnTo>
                  <a:pt x="19" y="154"/>
                </a:lnTo>
                <a:lnTo>
                  <a:pt x="19" y="206"/>
                </a:lnTo>
                <a:lnTo>
                  <a:pt x="31" y="206"/>
                </a:lnTo>
                <a:lnTo>
                  <a:pt x="31" y="320"/>
                </a:lnTo>
                <a:lnTo>
                  <a:pt x="0" y="320"/>
                </a:lnTo>
                <a:lnTo>
                  <a:pt x="0" y="336"/>
                </a:lnTo>
                <a:lnTo>
                  <a:pt x="12" y="336"/>
                </a:lnTo>
                <a:lnTo>
                  <a:pt x="12" y="462"/>
                </a:lnTo>
                <a:lnTo>
                  <a:pt x="230" y="462"/>
                </a:lnTo>
                <a:lnTo>
                  <a:pt x="230" y="336"/>
                </a:lnTo>
                <a:lnTo>
                  <a:pt x="244" y="336"/>
                </a:lnTo>
                <a:lnTo>
                  <a:pt x="244" y="320"/>
                </a:lnTo>
                <a:lnTo>
                  <a:pt x="213" y="320"/>
                </a:lnTo>
                <a:close/>
                <a:moveTo>
                  <a:pt x="73" y="116"/>
                </a:moveTo>
                <a:lnTo>
                  <a:pt x="97" y="116"/>
                </a:lnTo>
                <a:lnTo>
                  <a:pt x="97" y="144"/>
                </a:lnTo>
                <a:lnTo>
                  <a:pt x="73" y="144"/>
                </a:lnTo>
                <a:lnTo>
                  <a:pt x="73" y="116"/>
                </a:lnTo>
                <a:close/>
                <a:moveTo>
                  <a:pt x="85" y="445"/>
                </a:moveTo>
                <a:lnTo>
                  <a:pt x="59" y="445"/>
                </a:lnTo>
                <a:lnTo>
                  <a:pt x="59" y="412"/>
                </a:lnTo>
                <a:lnTo>
                  <a:pt x="85" y="412"/>
                </a:lnTo>
                <a:lnTo>
                  <a:pt x="85" y="445"/>
                </a:lnTo>
                <a:close/>
                <a:moveTo>
                  <a:pt x="102" y="308"/>
                </a:moveTo>
                <a:lnTo>
                  <a:pt x="76" y="308"/>
                </a:lnTo>
                <a:lnTo>
                  <a:pt x="76" y="272"/>
                </a:lnTo>
                <a:lnTo>
                  <a:pt x="102" y="272"/>
                </a:lnTo>
                <a:lnTo>
                  <a:pt x="102" y="308"/>
                </a:lnTo>
                <a:close/>
                <a:moveTo>
                  <a:pt x="125" y="445"/>
                </a:moveTo>
                <a:lnTo>
                  <a:pt x="114" y="445"/>
                </a:lnTo>
                <a:lnTo>
                  <a:pt x="114" y="365"/>
                </a:lnTo>
                <a:lnTo>
                  <a:pt x="125" y="365"/>
                </a:lnTo>
                <a:lnTo>
                  <a:pt x="125" y="445"/>
                </a:lnTo>
                <a:close/>
                <a:moveTo>
                  <a:pt x="128" y="99"/>
                </a:moveTo>
                <a:lnTo>
                  <a:pt x="107" y="99"/>
                </a:lnTo>
                <a:lnTo>
                  <a:pt x="107" y="71"/>
                </a:lnTo>
                <a:lnTo>
                  <a:pt x="128" y="71"/>
                </a:lnTo>
                <a:lnTo>
                  <a:pt x="128" y="99"/>
                </a:lnTo>
                <a:close/>
                <a:moveTo>
                  <a:pt x="142" y="225"/>
                </a:moveTo>
                <a:lnTo>
                  <a:pt x="170" y="225"/>
                </a:lnTo>
                <a:lnTo>
                  <a:pt x="170" y="258"/>
                </a:lnTo>
                <a:lnTo>
                  <a:pt x="142" y="258"/>
                </a:lnTo>
                <a:lnTo>
                  <a:pt x="142" y="225"/>
                </a:lnTo>
                <a:close/>
                <a:moveTo>
                  <a:pt x="182" y="398"/>
                </a:moveTo>
                <a:lnTo>
                  <a:pt x="154" y="398"/>
                </a:lnTo>
                <a:lnTo>
                  <a:pt x="154" y="365"/>
                </a:lnTo>
                <a:lnTo>
                  <a:pt x="182" y="365"/>
                </a:lnTo>
                <a:lnTo>
                  <a:pt x="182" y="39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3"/>
            <a:endParaRPr lang="ko-KR" altLang="en-US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3037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445DB-9C38-7C91-8C94-673943152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">
            <a:extLst>
              <a:ext uri="{FF2B5EF4-FFF2-40B4-BE49-F238E27FC236}">
                <a16:creationId xmlns:a16="http://schemas.microsoft.com/office/drawing/2014/main" id="{0EE9E657-F300-F6BF-B33C-3BBF317B8459}"/>
              </a:ext>
            </a:extLst>
          </p:cNvPr>
          <p:cNvSpPr/>
          <p:nvPr/>
        </p:nvSpPr>
        <p:spPr>
          <a:xfrm>
            <a:off x="322263" y="944724"/>
            <a:ext cx="9259887" cy="460524"/>
          </a:xfrm>
          <a:prstGeom prst="roundRect">
            <a:avLst>
              <a:gd name="adj" fmla="val 532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8" name="TextBox 224">
            <a:extLst>
              <a:ext uri="{FF2B5EF4-FFF2-40B4-BE49-F238E27FC236}">
                <a16:creationId xmlns:a16="http://schemas.microsoft.com/office/drawing/2014/main" id="{A899377A-DD29-126C-FF5B-439DF48FAEBD}"/>
              </a:ext>
            </a:extLst>
          </p:cNvPr>
          <p:cNvSpPr txBox="1"/>
          <p:nvPr/>
        </p:nvSpPr>
        <p:spPr>
          <a:xfrm>
            <a:off x="944503" y="1083186"/>
            <a:ext cx="2210816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algn="ctr" defTabSz="903124">
              <a:spcBef>
                <a:spcPts val="363"/>
              </a:spcBef>
              <a:defRPr sz="1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ko-KR" altLang="en-US" sz="14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교육 일정표</a:t>
            </a:r>
            <a:endParaRPr lang="en-US" altLang="ko-KR" sz="14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grpSp>
        <p:nvGrpSpPr>
          <p:cNvPr id="39" name="그래픽 2">
            <a:extLst>
              <a:ext uri="{FF2B5EF4-FFF2-40B4-BE49-F238E27FC236}">
                <a16:creationId xmlns:a16="http://schemas.microsoft.com/office/drawing/2014/main" id="{CD1F198D-73D4-CB7E-3AF5-28F073EFFFBA}"/>
              </a:ext>
            </a:extLst>
          </p:cNvPr>
          <p:cNvGrpSpPr>
            <a:grpSpLocks noChangeAspect="1"/>
          </p:cNvGrpSpPr>
          <p:nvPr/>
        </p:nvGrpSpPr>
        <p:grpSpPr>
          <a:xfrm>
            <a:off x="505756" y="1031763"/>
            <a:ext cx="180000" cy="249962"/>
            <a:chOff x="7337917" y="492008"/>
            <a:chExt cx="249006" cy="345789"/>
          </a:xfrm>
        </p:grpSpPr>
        <p:sp>
          <p:nvSpPr>
            <p:cNvPr id="40" name="자유형: 도형 12">
              <a:extLst>
                <a:ext uri="{FF2B5EF4-FFF2-40B4-BE49-F238E27FC236}">
                  <a16:creationId xmlns:a16="http://schemas.microsoft.com/office/drawing/2014/main" id="{349BC2A3-8621-C284-15DB-47B37FE3311E}"/>
                </a:ext>
              </a:extLst>
            </p:cNvPr>
            <p:cNvSpPr/>
            <p:nvPr/>
          </p:nvSpPr>
          <p:spPr>
            <a:xfrm>
              <a:off x="7528593" y="525714"/>
              <a:ext cx="40377" cy="343"/>
            </a:xfrm>
            <a:custGeom>
              <a:avLst/>
              <a:gdLst>
                <a:gd name="connsiteX0" fmla="*/ 0 w 40377"/>
                <a:gd name="connsiteY0" fmla="*/ 0 h 343"/>
                <a:gd name="connsiteX1" fmla="*/ 40378 w 40377"/>
                <a:gd name="connsiteY1" fmla="*/ 0 h 343"/>
                <a:gd name="connsiteX2" fmla="*/ 40378 w 40377"/>
                <a:gd name="connsiteY2" fmla="*/ 344 h 343"/>
                <a:gd name="connsiteX3" fmla="*/ 0 w 40377"/>
                <a:gd name="connsiteY3" fmla="*/ 344 h 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77" h="343">
                  <a:moveTo>
                    <a:pt x="0" y="0"/>
                  </a:moveTo>
                  <a:lnTo>
                    <a:pt x="40378" y="0"/>
                  </a:lnTo>
                  <a:lnTo>
                    <a:pt x="40378" y="344"/>
                  </a:lnTo>
                  <a:lnTo>
                    <a:pt x="0" y="344"/>
                  </a:lnTo>
                  <a:close/>
                </a:path>
              </a:pathLst>
            </a:custGeom>
            <a:no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41" name="자유형: 도형 13">
              <a:extLst>
                <a:ext uri="{FF2B5EF4-FFF2-40B4-BE49-F238E27FC236}">
                  <a16:creationId xmlns:a16="http://schemas.microsoft.com/office/drawing/2014/main" id="{E373A490-FEF2-6166-3FA3-2C88A6130A7F}"/>
                </a:ext>
              </a:extLst>
            </p:cNvPr>
            <p:cNvSpPr/>
            <p:nvPr/>
          </p:nvSpPr>
          <p:spPr>
            <a:xfrm>
              <a:off x="7355802" y="525714"/>
              <a:ext cx="41822" cy="343"/>
            </a:xfrm>
            <a:custGeom>
              <a:avLst/>
              <a:gdLst>
                <a:gd name="connsiteX0" fmla="*/ 0 w 41822"/>
                <a:gd name="connsiteY0" fmla="*/ 0 h 343"/>
                <a:gd name="connsiteX1" fmla="*/ 41822 w 41822"/>
                <a:gd name="connsiteY1" fmla="*/ 0 h 343"/>
                <a:gd name="connsiteX2" fmla="*/ 41822 w 41822"/>
                <a:gd name="connsiteY2" fmla="*/ 344 h 343"/>
                <a:gd name="connsiteX3" fmla="*/ 0 w 41822"/>
                <a:gd name="connsiteY3" fmla="*/ 344 h 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22" h="343">
                  <a:moveTo>
                    <a:pt x="0" y="0"/>
                  </a:moveTo>
                  <a:lnTo>
                    <a:pt x="41822" y="0"/>
                  </a:lnTo>
                  <a:lnTo>
                    <a:pt x="41822" y="344"/>
                  </a:lnTo>
                  <a:lnTo>
                    <a:pt x="0" y="344"/>
                  </a:lnTo>
                  <a:close/>
                </a:path>
              </a:pathLst>
            </a:custGeom>
            <a:no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42" name="자유형: 도형 14">
              <a:extLst>
                <a:ext uri="{FF2B5EF4-FFF2-40B4-BE49-F238E27FC236}">
                  <a16:creationId xmlns:a16="http://schemas.microsoft.com/office/drawing/2014/main" id="{CB6918CB-D70F-E68B-8BA3-1F827C09ADE3}"/>
                </a:ext>
              </a:extLst>
            </p:cNvPr>
            <p:cNvSpPr/>
            <p:nvPr/>
          </p:nvSpPr>
          <p:spPr>
            <a:xfrm>
              <a:off x="7410074" y="525714"/>
              <a:ext cx="107513" cy="18297"/>
            </a:xfrm>
            <a:custGeom>
              <a:avLst/>
              <a:gdLst>
                <a:gd name="connsiteX0" fmla="*/ 0 w 107513"/>
                <a:gd name="connsiteY0" fmla="*/ 6741 h 18297"/>
                <a:gd name="connsiteX1" fmla="*/ 0 w 107513"/>
                <a:gd name="connsiteY1" fmla="*/ 18297 h 18297"/>
                <a:gd name="connsiteX2" fmla="*/ 107513 w 107513"/>
                <a:gd name="connsiteY2" fmla="*/ 18297 h 18297"/>
                <a:gd name="connsiteX3" fmla="*/ 107513 w 107513"/>
                <a:gd name="connsiteY3" fmla="*/ 6741 h 18297"/>
                <a:gd name="connsiteX4" fmla="*/ 107513 w 107513"/>
                <a:gd name="connsiteY4" fmla="*/ 0 h 18297"/>
                <a:gd name="connsiteX5" fmla="*/ 0 w 107513"/>
                <a:gd name="connsiteY5" fmla="*/ 0 h 18297"/>
                <a:gd name="connsiteX6" fmla="*/ 0 w 107513"/>
                <a:gd name="connsiteY6" fmla="*/ 6741 h 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513" h="18297">
                  <a:moveTo>
                    <a:pt x="0" y="6741"/>
                  </a:moveTo>
                  <a:lnTo>
                    <a:pt x="0" y="18297"/>
                  </a:lnTo>
                  <a:lnTo>
                    <a:pt x="107513" y="18297"/>
                  </a:lnTo>
                  <a:lnTo>
                    <a:pt x="107513" y="6741"/>
                  </a:lnTo>
                  <a:lnTo>
                    <a:pt x="107513" y="0"/>
                  </a:lnTo>
                  <a:lnTo>
                    <a:pt x="0" y="0"/>
                  </a:lnTo>
                  <a:lnTo>
                    <a:pt x="0" y="674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43" name="자유형: 도형 15">
              <a:extLst>
                <a:ext uri="{FF2B5EF4-FFF2-40B4-BE49-F238E27FC236}">
                  <a16:creationId xmlns:a16="http://schemas.microsoft.com/office/drawing/2014/main" id="{202AC023-84A8-5CD7-FF8A-19875BFA4C5B}"/>
                </a:ext>
              </a:extLst>
            </p:cNvPr>
            <p:cNvSpPr/>
            <p:nvPr/>
          </p:nvSpPr>
          <p:spPr>
            <a:xfrm>
              <a:off x="7355802" y="518560"/>
              <a:ext cx="213237" cy="292342"/>
            </a:xfrm>
            <a:custGeom>
              <a:avLst/>
              <a:gdLst>
                <a:gd name="connsiteX0" fmla="*/ 41822 w 213237"/>
                <a:gd name="connsiteY0" fmla="*/ 7154 h 292342"/>
                <a:gd name="connsiteX1" fmla="*/ 41822 w 213237"/>
                <a:gd name="connsiteY1" fmla="*/ 7498 h 292342"/>
                <a:gd name="connsiteX2" fmla="*/ 0 w 213237"/>
                <a:gd name="connsiteY2" fmla="*/ 7498 h 292342"/>
                <a:gd name="connsiteX3" fmla="*/ 0 w 213237"/>
                <a:gd name="connsiteY3" fmla="*/ 292342 h 292342"/>
                <a:gd name="connsiteX4" fmla="*/ 213238 w 213237"/>
                <a:gd name="connsiteY4" fmla="*/ 292342 h 292342"/>
                <a:gd name="connsiteX5" fmla="*/ 213238 w 213237"/>
                <a:gd name="connsiteY5" fmla="*/ 7498 h 292342"/>
                <a:gd name="connsiteX6" fmla="*/ 172860 w 213237"/>
                <a:gd name="connsiteY6" fmla="*/ 7498 h 292342"/>
                <a:gd name="connsiteX7" fmla="*/ 172860 w 213237"/>
                <a:gd name="connsiteY7" fmla="*/ 30885 h 292342"/>
                <a:gd name="connsiteX8" fmla="*/ 171278 w 213237"/>
                <a:gd name="connsiteY8" fmla="*/ 34737 h 292342"/>
                <a:gd name="connsiteX9" fmla="*/ 167426 w 213237"/>
                <a:gd name="connsiteY9" fmla="*/ 36319 h 292342"/>
                <a:gd name="connsiteX10" fmla="*/ 48907 w 213237"/>
                <a:gd name="connsiteY10" fmla="*/ 36319 h 292342"/>
                <a:gd name="connsiteX11" fmla="*/ 45055 w 213237"/>
                <a:gd name="connsiteY11" fmla="*/ 34737 h 292342"/>
                <a:gd name="connsiteX12" fmla="*/ 43473 w 213237"/>
                <a:gd name="connsiteY12" fmla="*/ 30885 h 292342"/>
                <a:gd name="connsiteX13" fmla="*/ 43473 w 213237"/>
                <a:gd name="connsiteY13" fmla="*/ 0 h 292342"/>
                <a:gd name="connsiteX14" fmla="*/ 43335 w 213237"/>
                <a:gd name="connsiteY14" fmla="*/ 0 h 292342"/>
                <a:gd name="connsiteX15" fmla="*/ 43335 w 213237"/>
                <a:gd name="connsiteY15" fmla="*/ 7154 h 292342"/>
                <a:gd name="connsiteX16" fmla="*/ 42028 w 213237"/>
                <a:gd name="connsiteY16" fmla="*/ 7154 h 292342"/>
                <a:gd name="connsiteX17" fmla="*/ 17884 w 213237"/>
                <a:gd name="connsiteY17" fmla="*/ 91073 h 292342"/>
                <a:gd name="connsiteX18" fmla="*/ 195284 w 213237"/>
                <a:gd name="connsiteY18" fmla="*/ 91073 h 292342"/>
                <a:gd name="connsiteX19" fmla="*/ 195284 w 213237"/>
                <a:gd name="connsiteY19" fmla="*/ 110127 h 292342"/>
                <a:gd name="connsiteX20" fmla="*/ 17884 w 213237"/>
                <a:gd name="connsiteY20" fmla="*/ 110127 h 292342"/>
                <a:gd name="connsiteX21" fmla="*/ 17884 w 213237"/>
                <a:gd name="connsiteY21" fmla="*/ 91073 h 292342"/>
                <a:gd name="connsiteX22" fmla="*/ 17884 w 213237"/>
                <a:gd name="connsiteY22" fmla="*/ 134202 h 292342"/>
                <a:gd name="connsiteX23" fmla="*/ 195284 w 213237"/>
                <a:gd name="connsiteY23" fmla="*/ 134202 h 292342"/>
                <a:gd name="connsiteX24" fmla="*/ 195284 w 213237"/>
                <a:gd name="connsiteY24" fmla="*/ 153256 h 292342"/>
                <a:gd name="connsiteX25" fmla="*/ 17884 w 213237"/>
                <a:gd name="connsiteY25" fmla="*/ 153256 h 292342"/>
                <a:gd name="connsiteX26" fmla="*/ 17884 w 213237"/>
                <a:gd name="connsiteY26" fmla="*/ 134202 h 292342"/>
                <a:gd name="connsiteX27" fmla="*/ 17884 w 213237"/>
                <a:gd name="connsiteY27" fmla="*/ 177331 h 292342"/>
                <a:gd name="connsiteX28" fmla="*/ 195284 w 213237"/>
                <a:gd name="connsiteY28" fmla="*/ 177331 h 292342"/>
                <a:gd name="connsiteX29" fmla="*/ 195284 w 213237"/>
                <a:gd name="connsiteY29" fmla="*/ 196385 h 292342"/>
                <a:gd name="connsiteX30" fmla="*/ 17884 w 213237"/>
                <a:gd name="connsiteY30" fmla="*/ 196385 h 292342"/>
                <a:gd name="connsiteX31" fmla="*/ 17884 w 213237"/>
                <a:gd name="connsiteY31" fmla="*/ 177331 h 292342"/>
                <a:gd name="connsiteX32" fmla="*/ 17884 w 213237"/>
                <a:gd name="connsiteY32" fmla="*/ 220460 h 292342"/>
                <a:gd name="connsiteX33" fmla="*/ 195284 w 213237"/>
                <a:gd name="connsiteY33" fmla="*/ 220460 h 292342"/>
                <a:gd name="connsiteX34" fmla="*/ 195284 w 213237"/>
                <a:gd name="connsiteY34" fmla="*/ 239514 h 292342"/>
                <a:gd name="connsiteX35" fmla="*/ 17884 w 213237"/>
                <a:gd name="connsiteY35" fmla="*/ 239514 h 292342"/>
                <a:gd name="connsiteX36" fmla="*/ 17884 w 213237"/>
                <a:gd name="connsiteY36" fmla="*/ 220460 h 292342"/>
                <a:gd name="connsiteX37" fmla="*/ 195284 w 213237"/>
                <a:gd name="connsiteY37" fmla="*/ 47944 h 292342"/>
                <a:gd name="connsiteX38" fmla="*/ 195284 w 213237"/>
                <a:gd name="connsiteY38" fmla="*/ 66998 h 292342"/>
                <a:gd name="connsiteX39" fmla="*/ 17884 w 213237"/>
                <a:gd name="connsiteY39" fmla="*/ 66998 h 292342"/>
                <a:gd name="connsiteX40" fmla="*/ 17884 w 213237"/>
                <a:gd name="connsiteY40" fmla="*/ 47944 h 292342"/>
                <a:gd name="connsiteX41" fmla="*/ 195284 w 213237"/>
                <a:gd name="connsiteY41" fmla="*/ 47944 h 292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3237" h="292342">
                  <a:moveTo>
                    <a:pt x="41822" y="7154"/>
                  </a:moveTo>
                  <a:lnTo>
                    <a:pt x="41822" y="7498"/>
                  </a:lnTo>
                  <a:lnTo>
                    <a:pt x="0" y="7498"/>
                  </a:lnTo>
                  <a:lnTo>
                    <a:pt x="0" y="292342"/>
                  </a:lnTo>
                  <a:lnTo>
                    <a:pt x="213238" y="292342"/>
                  </a:lnTo>
                  <a:lnTo>
                    <a:pt x="213238" y="7498"/>
                  </a:lnTo>
                  <a:lnTo>
                    <a:pt x="172860" y="7498"/>
                  </a:lnTo>
                  <a:lnTo>
                    <a:pt x="172860" y="30885"/>
                  </a:lnTo>
                  <a:cubicBezTo>
                    <a:pt x="172860" y="32330"/>
                    <a:pt x="172241" y="33774"/>
                    <a:pt x="171278" y="34737"/>
                  </a:cubicBezTo>
                  <a:cubicBezTo>
                    <a:pt x="170246" y="35769"/>
                    <a:pt x="168870" y="36319"/>
                    <a:pt x="167426" y="36319"/>
                  </a:cubicBezTo>
                  <a:lnTo>
                    <a:pt x="48907" y="36319"/>
                  </a:lnTo>
                  <a:cubicBezTo>
                    <a:pt x="47462" y="36319"/>
                    <a:pt x="46018" y="35769"/>
                    <a:pt x="45055" y="34737"/>
                  </a:cubicBezTo>
                  <a:cubicBezTo>
                    <a:pt x="44023" y="33705"/>
                    <a:pt x="43473" y="32330"/>
                    <a:pt x="43473" y="30885"/>
                  </a:cubicBezTo>
                  <a:lnTo>
                    <a:pt x="43473" y="0"/>
                  </a:lnTo>
                  <a:lnTo>
                    <a:pt x="43335" y="0"/>
                  </a:lnTo>
                  <a:lnTo>
                    <a:pt x="43335" y="7154"/>
                  </a:lnTo>
                  <a:lnTo>
                    <a:pt x="42028" y="7154"/>
                  </a:lnTo>
                  <a:close/>
                  <a:moveTo>
                    <a:pt x="17884" y="91073"/>
                  </a:moveTo>
                  <a:lnTo>
                    <a:pt x="195284" y="91073"/>
                  </a:lnTo>
                  <a:lnTo>
                    <a:pt x="195284" y="110127"/>
                  </a:lnTo>
                  <a:lnTo>
                    <a:pt x="17884" y="110127"/>
                  </a:lnTo>
                  <a:lnTo>
                    <a:pt x="17884" y="91073"/>
                  </a:lnTo>
                  <a:close/>
                  <a:moveTo>
                    <a:pt x="17884" y="134202"/>
                  </a:moveTo>
                  <a:lnTo>
                    <a:pt x="195284" y="134202"/>
                  </a:lnTo>
                  <a:lnTo>
                    <a:pt x="195284" y="153256"/>
                  </a:lnTo>
                  <a:lnTo>
                    <a:pt x="17884" y="153256"/>
                  </a:lnTo>
                  <a:lnTo>
                    <a:pt x="17884" y="134202"/>
                  </a:lnTo>
                  <a:close/>
                  <a:moveTo>
                    <a:pt x="17884" y="177331"/>
                  </a:moveTo>
                  <a:lnTo>
                    <a:pt x="195284" y="177331"/>
                  </a:lnTo>
                  <a:lnTo>
                    <a:pt x="195284" y="196385"/>
                  </a:lnTo>
                  <a:lnTo>
                    <a:pt x="17884" y="196385"/>
                  </a:lnTo>
                  <a:lnTo>
                    <a:pt x="17884" y="177331"/>
                  </a:lnTo>
                  <a:close/>
                  <a:moveTo>
                    <a:pt x="17884" y="220460"/>
                  </a:moveTo>
                  <a:lnTo>
                    <a:pt x="195284" y="220460"/>
                  </a:lnTo>
                  <a:lnTo>
                    <a:pt x="195284" y="239514"/>
                  </a:lnTo>
                  <a:lnTo>
                    <a:pt x="17884" y="239514"/>
                  </a:lnTo>
                  <a:lnTo>
                    <a:pt x="17884" y="220460"/>
                  </a:lnTo>
                  <a:close/>
                  <a:moveTo>
                    <a:pt x="195284" y="47944"/>
                  </a:moveTo>
                  <a:lnTo>
                    <a:pt x="195284" y="66998"/>
                  </a:lnTo>
                  <a:lnTo>
                    <a:pt x="17884" y="66998"/>
                  </a:lnTo>
                  <a:lnTo>
                    <a:pt x="17884" y="47944"/>
                  </a:lnTo>
                  <a:lnTo>
                    <a:pt x="195284" y="4794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44" name="자유형: 도형 16">
              <a:extLst>
                <a:ext uri="{FF2B5EF4-FFF2-40B4-BE49-F238E27FC236}">
                  <a16:creationId xmlns:a16="http://schemas.microsoft.com/office/drawing/2014/main" id="{643D8447-F712-CB01-1BD9-EA5D06E269A7}"/>
                </a:ext>
              </a:extLst>
            </p:cNvPr>
            <p:cNvSpPr/>
            <p:nvPr/>
          </p:nvSpPr>
          <p:spPr>
            <a:xfrm>
              <a:off x="7373686" y="695891"/>
              <a:ext cx="177400" cy="19053"/>
            </a:xfrm>
            <a:custGeom>
              <a:avLst/>
              <a:gdLst>
                <a:gd name="connsiteX0" fmla="*/ 0 w 177400"/>
                <a:gd name="connsiteY0" fmla="*/ 0 h 19053"/>
                <a:gd name="connsiteX1" fmla="*/ 177400 w 177400"/>
                <a:gd name="connsiteY1" fmla="*/ 0 h 19053"/>
                <a:gd name="connsiteX2" fmla="*/ 177400 w 177400"/>
                <a:gd name="connsiteY2" fmla="*/ 19054 h 19053"/>
                <a:gd name="connsiteX3" fmla="*/ 0 w 177400"/>
                <a:gd name="connsiteY3" fmla="*/ 19054 h 19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400" h="19053">
                  <a:moveTo>
                    <a:pt x="0" y="0"/>
                  </a:moveTo>
                  <a:lnTo>
                    <a:pt x="177400" y="0"/>
                  </a:lnTo>
                  <a:lnTo>
                    <a:pt x="177400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45" name="자유형: 도형 17">
              <a:extLst>
                <a:ext uri="{FF2B5EF4-FFF2-40B4-BE49-F238E27FC236}">
                  <a16:creationId xmlns:a16="http://schemas.microsoft.com/office/drawing/2014/main" id="{E73E9637-CCC2-6AA8-60A9-00288C82883F}"/>
                </a:ext>
              </a:extLst>
            </p:cNvPr>
            <p:cNvSpPr/>
            <p:nvPr/>
          </p:nvSpPr>
          <p:spPr>
            <a:xfrm>
              <a:off x="7373686" y="566504"/>
              <a:ext cx="177400" cy="19053"/>
            </a:xfrm>
            <a:custGeom>
              <a:avLst/>
              <a:gdLst>
                <a:gd name="connsiteX0" fmla="*/ 0 w 177400"/>
                <a:gd name="connsiteY0" fmla="*/ 0 h 19053"/>
                <a:gd name="connsiteX1" fmla="*/ 177400 w 177400"/>
                <a:gd name="connsiteY1" fmla="*/ 0 h 19053"/>
                <a:gd name="connsiteX2" fmla="*/ 177400 w 177400"/>
                <a:gd name="connsiteY2" fmla="*/ 19054 h 19053"/>
                <a:gd name="connsiteX3" fmla="*/ 0 w 177400"/>
                <a:gd name="connsiteY3" fmla="*/ 19054 h 19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400" h="19053">
                  <a:moveTo>
                    <a:pt x="0" y="0"/>
                  </a:moveTo>
                  <a:lnTo>
                    <a:pt x="177400" y="0"/>
                  </a:lnTo>
                  <a:lnTo>
                    <a:pt x="177400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46" name="자유형: 도형 18">
              <a:extLst>
                <a:ext uri="{FF2B5EF4-FFF2-40B4-BE49-F238E27FC236}">
                  <a16:creationId xmlns:a16="http://schemas.microsoft.com/office/drawing/2014/main" id="{7052EDF1-9869-6232-03F1-8707D41E856A}"/>
                </a:ext>
              </a:extLst>
            </p:cNvPr>
            <p:cNvSpPr/>
            <p:nvPr/>
          </p:nvSpPr>
          <p:spPr>
            <a:xfrm>
              <a:off x="7373686" y="739020"/>
              <a:ext cx="177400" cy="19053"/>
            </a:xfrm>
            <a:custGeom>
              <a:avLst/>
              <a:gdLst>
                <a:gd name="connsiteX0" fmla="*/ 0 w 177400"/>
                <a:gd name="connsiteY0" fmla="*/ 0 h 19053"/>
                <a:gd name="connsiteX1" fmla="*/ 177400 w 177400"/>
                <a:gd name="connsiteY1" fmla="*/ 0 h 19053"/>
                <a:gd name="connsiteX2" fmla="*/ 177400 w 177400"/>
                <a:gd name="connsiteY2" fmla="*/ 19054 h 19053"/>
                <a:gd name="connsiteX3" fmla="*/ 0 w 177400"/>
                <a:gd name="connsiteY3" fmla="*/ 19054 h 19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400" h="19053">
                  <a:moveTo>
                    <a:pt x="0" y="0"/>
                  </a:moveTo>
                  <a:lnTo>
                    <a:pt x="177400" y="0"/>
                  </a:lnTo>
                  <a:lnTo>
                    <a:pt x="177400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47" name="자유형: 도형 19">
              <a:extLst>
                <a:ext uri="{FF2B5EF4-FFF2-40B4-BE49-F238E27FC236}">
                  <a16:creationId xmlns:a16="http://schemas.microsoft.com/office/drawing/2014/main" id="{CCB9A41F-86BA-6831-BAB0-139607A2E664}"/>
                </a:ext>
              </a:extLst>
            </p:cNvPr>
            <p:cNvSpPr/>
            <p:nvPr/>
          </p:nvSpPr>
          <p:spPr>
            <a:xfrm>
              <a:off x="7373686" y="609633"/>
              <a:ext cx="177400" cy="19053"/>
            </a:xfrm>
            <a:custGeom>
              <a:avLst/>
              <a:gdLst>
                <a:gd name="connsiteX0" fmla="*/ 0 w 177400"/>
                <a:gd name="connsiteY0" fmla="*/ 0 h 19053"/>
                <a:gd name="connsiteX1" fmla="*/ 177400 w 177400"/>
                <a:gd name="connsiteY1" fmla="*/ 0 h 19053"/>
                <a:gd name="connsiteX2" fmla="*/ 177400 w 177400"/>
                <a:gd name="connsiteY2" fmla="*/ 19054 h 19053"/>
                <a:gd name="connsiteX3" fmla="*/ 0 w 177400"/>
                <a:gd name="connsiteY3" fmla="*/ 19054 h 19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400" h="19053">
                  <a:moveTo>
                    <a:pt x="0" y="0"/>
                  </a:moveTo>
                  <a:lnTo>
                    <a:pt x="177400" y="0"/>
                  </a:lnTo>
                  <a:lnTo>
                    <a:pt x="177400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48" name="자유형: 도형 20">
              <a:extLst>
                <a:ext uri="{FF2B5EF4-FFF2-40B4-BE49-F238E27FC236}">
                  <a16:creationId xmlns:a16="http://schemas.microsoft.com/office/drawing/2014/main" id="{F770B8F2-590C-69C9-FEFE-C785900E035F}"/>
                </a:ext>
              </a:extLst>
            </p:cNvPr>
            <p:cNvSpPr/>
            <p:nvPr/>
          </p:nvSpPr>
          <p:spPr>
            <a:xfrm>
              <a:off x="7373686" y="652762"/>
              <a:ext cx="177400" cy="19053"/>
            </a:xfrm>
            <a:custGeom>
              <a:avLst/>
              <a:gdLst>
                <a:gd name="connsiteX0" fmla="*/ 0 w 177400"/>
                <a:gd name="connsiteY0" fmla="*/ 0 h 19053"/>
                <a:gd name="connsiteX1" fmla="*/ 177400 w 177400"/>
                <a:gd name="connsiteY1" fmla="*/ 0 h 19053"/>
                <a:gd name="connsiteX2" fmla="*/ 177400 w 177400"/>
                <a:gd name="connsiteY2" fmla="*/ 19054 h 19053"/>
                <a:gd name="connsiteX3" fmla="*/ 0 w 177400"/>
                <a:gd name="connsiteY3" fmla="*/ 19054 h 19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400" h="19053">
                  <a:moveTo>
                    <a:pt x="0" y="0"/>
                  </a:moveTo>
                  <a:lnTo>
                    <a:pt x="177400" y="0"/>
                  </a:lnTo>
                  <a:lnTo>
                    <a:pt x="177400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rgbClr val="CCCC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49" name="자유형: 도형 21">
              <a:extLst>
                <a:ext uri="{FF2B5EF4-FFF2-40B4-BE49-F238E27FC236}">
                  <a16:creationId xmlns:a16="http://schemas.microsoft.com/office/drawing/2014/main" id="{7808ADE3-FA23-2890-ED7C-A72268872ED3}"/>
                </a:ext>
              </a:extLst>
            </p:cNvPr>
            <p:cNvSpPr/>
            <p:nvPr/>
          </p:nvSpPr>
          <p:spPr>
            <a:xfrm>
              <a:off x="7337917" y="501776"/>
              <a:ext cx="249006" cy="336021"/>
            </a:xfrm>
            <a:custGeom>
              <a:avLst/>
              <a:gdLst>
                <a:gd name="connsiteX0" fmla="*/ 243779 w 249006"/>
                <a:gd name="connsiteY0" fmla="*/ 5228 h 336021"/>
                <a:gd name="connsiteX1" fmla="*/ 231122 w 249006"/>
                <a:gd name="connsiteY1" fmla="*/ 0 h 336021"/>
                <a:gd name="connsiteX2" fmla="*/ 190744 w 249006"/>
                <a:gd name="connsiteY2" fmla="*/ 0 h 336021"/>
                <a:gd name="connsiteX3" fmla="*/ 190744 w 249006"/>
                <a:gd name="connsiteY3" fmla="*/ 23938 h 336021"/>
                <a:gd name="connsiteX4" fmla="*/ 231122 w 249006"/>
                <a:gd name="connsiteY4" fmla="*/ 23938 h 336021"/>
                <a:gd name="connsiteX5" fmla="*/ 231122 w 249006"/>
                <a:gd name="connsiteY5" fmla="*/ 309195 h 336021"/>
                <a:gd name="connsiteX6" fmla="*/ 17885 w 249006"/>
                <a:gd name="connsiteY6" fmla="*/ 309195 h 336021"/>
                <a:gd name="connsiteX7" fmla="*/ 17885 w 249006"/>
                <a:gd name="connsiteY7" fmla="*/ 23938 h 336021"/>
                <a:gd name="connsiteX8" fmla="*/ 61013 w 249006"/>
                <a:gd name="connsiteY8" fmla="*/ 23938 h 336021"/>
                <a:gd name="connsiteX9" fmla="*/ 61013 w 249006"/>
                <a:gd name="connsiteY9" fmla="*/ 0 h 336021"/>
                <a:gd name="connsiteX10" fmla="*/ 17885 w 249006"/>
                <a:gd name="connsiteY10" fmla="*/ 0 h 336021"/>
                <a:gd name="connsiteX11" fmla="*/ 5228 w 249006"/>
                <a:gd name="connsiteY11" fmla="*/ 5228 h 336021"/>
                <a:gd name="connsiteX12" fmla="*/ 0 w 249006"/>
                <a:gd name="connsiteY12" fmla="*/ 17884 h 336021"/>
                <a:gd name="connsiteX13" fmla="*/ 0 w 249006"/>
                <a:gd name="connsiteY13" fmla="*/ 318137 h 336021"/>
                <a:gd name="connsiteX14" fmla="*/ 5228 w 249006"/>
                <a:gd name="connsiteY14" fmla="*/ 330794 h 336021"/>
                <a:gd name="connsiteX15" fmla="*/ 17885 w 249006"/>
                <a:gd name="connsiteY15" fmla="*/ 336021 h 336021"/>
                <a:gd name="connsiteX16" fmla="*/ 231122 w 249006"/>
                <a:gd name="connsiteY16" fmla="*/ 336021 h 336021"/>
                <a:gd name="connsiteX17" fmla="*/ 243779 w 249006"/>
                <a:gd name="connsiteY17" fmla="*/ 330794 h 336021"/>
                <a:gd name="connsiteX18" fmla="*/ 249007 w 249006"/>
                <a:gd name="connsiteY18" fmla="*/ 318137 h 336021"/>
                <a:gd name="connsiteX19" fmla="*/ 249007 w 249006"/>
                <a:gd name="connsiteY19" fmla="*/ 17884 h 336021"/>
                <a:gd name="connsiteX20" fmla="*/ 243779 w 249006"/>
                <a:gd name="connsiteY20" fmla="*/ 5228 h 33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9006" h="336021">
                  <a:moveTo>
                    <a:pt x="243779" y="5228"/>
                  </a:moveTo>
                  <a:cubicBezTo>
                    <a:pt x="240477" y="1857"/>
                    <a:pt x="235800" y="0"/>
                    <a:pt x="231122" y="0"/>
                  </a:cubicBezTo>
                  <a:lnTo>
                    <a:pt x="190744" y="0"/>
                  </a:lnTo>
                  <a:lnTo>
                    <a:pt x="190744" y="23938"/>
                  </a:lnTo>
                  <a:lnTo>
                    <a:pt x="231122" y="23938"/>
                  </a:lnTo>
                  <a:lnTo>
                    <a:pt x="231122" y="309195"/>
                  </a:lnTo>
                  <a:lnTo>
                    <a:pt x="17885" y="309195"/>
                  </a:lnTo>
                  <a:lnTo>
                    <a:pt x="17885" y="23938"/>
                  </a:lnTo>
                  <a:lnTo>
                    <a:pt x="61013" y="23938"/>
                  </a:lnTo>
                  <a:lnTo>
                    <a:pt x="61013" y="0"/>
                  </a:lnTo>
                  <a:lnTo>
                    <a:pt x="17885" y="0"/>
                  </a:lnTo>
                  <a:cubicBezTo>
                    <a:pt x="13138" y="0"/>
                    <a:pt x="8529" y="1926"/>
                    <a:pt x="5228" y="5228"/>
                  </a:cubicBezTo>
                  <a:cubicBezTo>
                    <a:pt x="1857" y="8530"/>
                    <a:pt x="0" y="13207"/>
                    <a:pt x="0" y="17884"/>
                  </a:cubicBezTo>
                  <a:lnTo>
                    <a:pt x="0" y="318137"/>
                  </a:lnTo>
                  <a:cubicBezTo>
                    <a:pt x="0" y="322883"/>
                    <a:pt x="1926" y="327492"/>
                    <a:pt x="5228" y="330794"/>
                  </a:cubicBezTo>
                  <a:cubicBezTo>
                    <a:pt x="8529" y="334164"/>
                    <a:pt x="13138" y="336021"/>
                    <a:pt x="17885" y="336021"/>
                  </a:cubicBezTo>
                  <a:lnTo>
                    <a:pt x="231122" y="336021"/>
                  </a:lnTo>
                  <a:cubicBezTo>
                    <a:pt x="235869" y="336021"/>
                    <a:pt x="240477" y="334095"/>
                    <a:pt x="243779" y="330794"/>
                  </a:cubicBezTo>
                  <a:cubicBezTo>
                    <a:pt x="247081" y="327492"/>
                    <a:pt x="249007" y="322814"/>
                    <a:pt x="249007" y="318137"/>
                  </a:cubicBezTo>
                  <a:lnTo>
                    <a:pt x="249007" y="17884"/>
                  </a:lnTo>
                  <a:cubicBezTo>
                    <a:pt x="249007" y="13138"/>
                    <a:pt x="247081" y="8530"/>
                    <a:pt x="243779" y="5228"/>
                  </a:cubicBez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50" name="자유형: 도형 22">
              <a:extLst>
                <a:ext uri="{FF2B5EF4-FFF2-40B4-BE49-F238E27FC236}">
                  <a16:creationId xmlns:a16="http://schemas.microsoft.com/office/drawing/2014/main" id="{19AAEFCC-5F07-7205-C7A6-27ED69D1D486}"/>
                </a:ext>
              </a:extLst>
            </p:cNvPr>
            <p:cNvSpPr/>
            <p:nvPr/>
          </p:nvSpPr>
          <p:spPr>
            <a:xfrm>
              <a:off x="7410074" y="502945"/>
              <a:ext cx="107513" cy="22768"/>
            </a:xfrm>
            <a:custGeom>
              <a:avLst/>
              <a:gdLst>
                <a:gd name="connsiteX0" fmla="*/ 0 w 107513"/>
                <a:gd name="connsiteY0" fmla="*/ 22768 h 22768"/>
                <a:gd name="connsiteX1" fmla="*/ 107513 w 107513"/>
                <a:gd name="connsiteY1" fmla="*/ 22768 h 22768"/>
                <a:gd name="connsiteX2" fmla="*/ 107513 w 107513"/>
                <a:gd name="connsiteY2" fmla="*/ 5503 h 22768"/>
                <a:gd name="connsiteX3" fmla="*/ 107513 w 107513"/>
                <a:gd name="connsiteY3" fmla="*/ 0 h 22768"/>
                <a:gd name="connsiteX4" fmla="*/ 0 w 107513"/>
                <a:gd name="connsiteY4" fmla="*/ 0 h 22768"/>
                <a:gd name="connsiteX5" fmla="*/ 0 w 107513"/>
                <a:gd name="connsiteY5" fmla="*/ 5503 h 22768"/>
                <a:gd name="connsiteX6" fmla="*/ 0 w 107513"/>
                <a:gd name="connsiteY6" fmla="*/ 22768 h 2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513" h="22768">
                  <a:moveTo>
                    <a:pt x="0" y="22768"/>
                  </a:moveTo>
                  <a:lnTo>
                    <a:pt x="107513" y="22768"/>
                  </a:lnTo>
                  <a:lnTo>
                    <a:pt x="107513" y="5503"/>
                  </a:lnTo>
                  <a:lnTo>
                    <a:pt x="107513" y="0"/>
                  </a:lnTo>
                  <a:lnTo>
                    <a:pt x="0" y="0"/>
                  </a:lnTo>
                  <a:lnTo>
                    <a:pt x="0" y="5503"/>
                  </a:lnTo>
                  <a:lnTo>
                    <a:pt x="0" y="22768"/>
                  </a:lnTo>
                  <a:close/>
                </a:path>
              </a:pathLst>
            </a:custGeom>
            <a:solidFill>
              <a:srgbClr val="4D4E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  <p:sp>
          <p:nvSpPr>
            <p:cNvPr id="51" name="자유형: 도형 23">
              <a:extLst>
                <a:ext uri="{FF2B5EF4-FFF2-40B4-BE49-F238E27FC236}">
                  <a16:creationId xmlns:a16="http://schemas.microsoft.com/office/drawing/2014/main" id="{1DAAD83B-9921-DEC8-E94B-C4BF1F623746}"/>
                </a:ext>
              </a:extLst>
            </p:cNvPr>
            <p:cNvSpPr/>
            <p:nvPr/>
          </p:nvSpPr>
          <p:spPr>
            <a:xfrm>
              <a:off x="7399068" y="492008"/>
              <a:ext cx="129387" cy="62870"/>
            </a:xfrm>
            <a:custGeom>
              <a:avLst/>
              <a:gdLst>
                <a:gd name="connsiteX0" fmla="*/ 0 w 129387"/>
                <a:gd name="connsiteY0" fmla="*/ 57437 h 62870"/>
                <a:gd name="connsiteX1" fmla="*/ 1582 w 129387"/>
                <a:gd name="connsiteY1" fmla="*/ 61289 h 62870"/>
                <a:gd name="connsiteX2" fmla="*/ 5434 w 129387"/>
                <a:gd name="connsiteY2" fmla="*/ 62871 h 62870"/>
                <a:gd name="connsiteX3" fmla="*/ 123953 w 129387"/>
                <a:gd name="connsiteY3" fmla="*/ 62871 h 62870"/>
                <a:gd name="connsiteX4" fmla="*/ 127805 w 129387"/>
                <a:gd name="connsiteY4" fmla="*/ 61289 h 62870"/>
                <a:gd name="connsiteX5" fmla="*/ 129387 w 129387"/>
                <a:gd name="connsiteY5" fmla="*/ 57437 h 62870"/>
                <a:gd name="connsiteX6" fmla="*/ 129387 w 129387"/>
                <a:gd name="connsiteY6" fmla="*/ 5434 h 62870"/>
                <a:gd name="connsiteX7" fmla="*/ 127805 w 129387"/>
                <a:gd name="connsiteY7" fmla="*/ 1582 h 62870"/>
                <a:gd name="connsiteX8" fmla="*/ 123953 w 129387"/>
                <a:gd name="connsiteY8" fmla="*/ 0 h 62870"/>
                <a:gd name="connsiteX9" fmla="*/ 5434 w 129387"/>
                <a:gd name="connsiteY9" fmla="*/ 0 h 62870"/>
                <a:gd name="connsiteX10" fmla="*/ 1582 w 129387"/>
                <a:gd name="connsiteY10" fmla="*/ 1582 h 62870"/>
                <a:gd name="connsiteX11" fmla="*/ 0 w 129387"/>
                <a:gd name="connsiteY11" fmla="*/ 5434 h 62870"/>
                <a:gd name="connsiteX12" fmla="*/ 0 w 129387"/>
                <a:gd name="connsiteY12" fmla="*/ 57437 h 62870"/>
                <a:gd name="connsiteX13" fmla="*/ 11006 w 129387"/>
                <a:gd name="connsiteY13" fmla="*/ 10868 h 62870"/>
                <a:gd name="connsiteX14" fmla="*/ 118588 w 129387"/>
                <a:gd name="connsiteY14" fmla="*/ 10868 h 62870"/>
                <a:gd name="connsiteX15" fmla="*/ 118588 w 129387"/>
                <a:gd name="connsiteY15" fmla="*/ 51934 h 62870"/>
                <a:gd name="connsiteX16" fmla="*/ 11006 w 129387"/>
                <a:gd name="connsiteY16" fmla="*/ 51934 h 62870"/>
                <a:gd name="connsiteX17" fmla="*/ 11006 w 129387"/>
                <a:gd name="connsiteY17" fmla="*/ 10937 h 62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9387" h="62870">
                  <a:moveTo>
                    <a:pt x="0" y="57437"/>
                  </a:moveTo>
                  <a:cubicBezTo>
                    <a:pt x="0" y="58881"/>
                    <a:pt x="619" y="60326"/>
                    <a:pt x="1582" y="61289"/>
                  </a:cubicBezTo>
                  <a:cubicBezTo>
                    <a:pt x="2614" y="62320"/>
                    <a:pt x="3990" y="62871"/>
                    <a:pt x="5434" y="62871"/>
                  </a:cubicBezTo>
                  <a:lnTo>
                    <a:pt x="123953" y="62871"/>
                  </a:lnTo>
                  <a:cubicBezTo>
                    <a:pt x="125397" y="62871"/>
                    <a:pt x="126842" y="62320"/>
                    <a:pt x="127805" y="61289"/>
                  </a:cubicBezTo>
                  <a:cubicBezTo>
                    <a:pt x="128837" y="60257"/>
                    <a:pt x="129387" y="58881"/>
                    <a:pt x="129387" y="57437"/>
                  </a:cubicBezTo>
                  <a:lnTo>
                    <a:pt x="129387" y="5434"/>
                  </a:lnTo>
                  <a:cubicBezTo>
                    <a:pt x="129387" y="3990"/>
                    <a:pt x="128768" y="2545"/>
                    <a:pt x="127805" y="1582"/>
                  </a:cubicBezTo>
                  <a:cubicBezTo>
                    <a:pt x="126773" y="550"/>
                    <a:pt x="125397" y="0"/>
                    <a:pt x="123953" y="0"/>
                  </a:cubicBezTo>
                  <a:lnTo>
                    <a:pt x="5434" y="0"/>
                  </a:lnTo>
                  <a:cubicBezTo>
                    <a:pt x="3990" y="0"/>
                    <a:pt x="2545" y="550"/>
                    <a:pt x="1582" y="1582"/>
                  </a:cubicBezTo>
                  <a:cubicBezTo>
                    <a:pt x="550" y="2614"/>
                    <a:pt x="0" y="3990"/>
                    <a:pt x="0" y="5434"/>
                  </a:cubicBezTo>
                  <a:lnTo>
                    <a:pt x="0" y="57437"/>
                  </a:lnTo>
                  <a:close/>
                  <a:moveTo>
                    <a:pt x="11006" y="10868"/>
                  </a:moveTo>
                  <a:lnTo>
                    <a:pt x="118588" y="10868"/>
                  </a:lnTo>
                  <a:lnTo>
                    <a:pt x="118588" y="51934"/>
                  </a:lnTo>
                  <a:lnTo>
                    <a:pt x="11006" y="51934"/>
                  </a:lnTo>
                  <a:lnTo>
                    <a:pt x="11006" y="10937"/>
                  </a:lnTo>
                  <a:close/>
                </a:path>
              </a:pathLst>
            </a:custGeom>
            <a:solidFill>
              <a:srgbClr val="97A6D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ea typeface="KoPubWorld돋움체 Medium" panose="00000600000000000000" pitchFamily="2" charset="-127"/>
              </a:endParaRP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54B13A-68CA-586C-408B-41DE5659B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61056"/>
              </p:ext>
            </p:extLst>
          </p:nvPr>
        </p:nvGraphicFramePr>
        <p:xfrm>
          <a:off x="321374" y="1559734"/>
          <a:ext cx="9259887" cy="4749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8541">
                  <a:extLst>
                    <a:ext uri="{9D8B030D-6E8A-4147-A177-3AD203B41FA5}">
                      <a16:colId xmlns:a16="http://schemas.microsoft.com/office/drawing/2014/main" val="2909545306"/>
                    </a:ext>
                  </a:extLst>
                </a:gridCol>
              </a:tblGrid>
              <a:tr h="460075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구 분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18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09:00 ~ 10:00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19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10:00 ~ 11:00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0"/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18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11:00 ~ 12:00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18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12:00 ~ 13:00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중식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618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13:00 ~ 14:00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6188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14:00 ~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 15:00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618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15:00 ~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 16:00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200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6189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16:00 ~ 17:00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95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542D173-8A72-080D-E40E-650AD9BC3D95}"/>
              </a:ext>
            </a:extLst>
          </p:cNvPr>
          <p:cNvSpPr txBox="1"/>
          <p:nvPr/>
        </p:nvSpPr>
        <p:spPr>
          <a:xfrm>
            <a:off x="8985448" y="620688"/>
            <a:ext cx="576064" cy="2539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표지</a:t>
            </a:r>
            <a:endParaRPr lang="ko-KR" altLang="en-US" sz="105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527100-A2C7-67C1-2428-94F950EF09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40EBAE72-F135-9CB4-8E28-03C9ADD712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3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4F86EDC-46EA-3B48-29AA-E8C056952F27}"/>
              </a:ext>
            </a:extLst>
          </p:cNvPr>
          <p:cNvSpPr txBox="1"/>
          <p:nvPr/>
        </p:nvSpPr>
        <p:spPr>
          <a:xfrm>
            <a:off x="8985448" y="620688"/>
            <a:ext cx="576064" cy="2539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내용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286919-C165-EDED-CF1C-5B272A67BF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EB21DDA4-3E69-080C-E939-9E0925216A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C54C3708-DCD4-EF78-CE00-61C55FBD38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17368E7F-B88A-8A0C-004E-1BFFEAE61D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E1143174-6BB5-9DA0-1705-B833171A01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843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/>
        </p:nvSpPr>
        <p:spPr>
          <a:xfrm>
            <a:off x="324001" y="673200"/>
            <a:ext cx="833562" cy="1199747"/>
          </a:xfrm>
          <a:prstGeom prst="rect">
            <a:avLst/>
          </a:prstGeom>
          <a:noFill/>
        </p:spPr>
        <p:txBody>
          <a:bodyPr wrap="none" lIns="0" tIns="0" rIns="0" bIns="28800" rtlCol="0" anchor="b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ko-KR" sz="7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Ⅱ</a:t>
            </a:r>
            <a:endParaRPr lang="ko-KR" altLang="en-US" sz="7200" spc="-5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51F838-6593-4914-8AA1-1B7E30039BFC}"/>
              </a:ext>
            </a:extLst>
          </p:cNvPr>
          <p:cNvSpPr txBox="1"/>
          <p:nvPr/>
        </p:nvSpPr>
        <p:spPr>
          <a:xfrm>
            <a:off x="324000" y="1898147"/>
            <a:ext cx="2176878" cy="756792"/>
          </a:xfrm>
          <a:prstGeom prst="rect">
            <a:avLst/>
          </a:prstGeom>
          <a:noFill/>
        </p:spPr>
        <p:txBody>
          <a:bodyPr wrap="none" lIns="0" tIns="19080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ko-KR" altLang="en-US" sz="36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만족도 결과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975265" y="3257333"/>
            <a:ext cx="1999815" cy="568847"/>
          </a:xfrm>
          <a:prstGeom prst="rect">
            <a:avLst/>
          </a:prstGeom>
          <a:noFill/>
        </p:spPr>
        <p:txBody>
          <a:bodyPr wrap="none" lIns="72757" tIns="37833" rIns="72757" bIns="37833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Century Gothic" pitchFamily="34" charset="0"/>
                <a:ea typeface="Century Gothic" pitchFamily="34" charset="0"/>
                <a:cs typeface="Century Gothic" pitchFamily="34" charset="0"/>
              </a:defRPr>
            </a:lvl1pPr>
          </a:lstStyle>
          <a:p>
            <a:pPr lvl="0">
              <a:defRPr/>
            </a:pPr>
            <a:r>
              <a:rPr lang="ko-KR" altLang="en-US" sz="3200" b="0" spc="-69" dirty="0">
                <a:ln>
                  <a:solidFill>
                    <a:srgbClr val="111E90">
                      <a:alpha val="0"/>
                    </a:srgbClr>
                  </a:solidFill>
                </a:ln>
                <a:solidFill>
                  <a:srgbClr val="36A86F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만족도 결과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EC6C588A-F9F0-1262-343A-1F076259BF3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806987" y="2177372"/>
            <a:ext cx="286483" cy="327600"/>
          </a:xfrm>
          <a:custGeom>
            <a:avLst/>
            <a:gdLst>
              <a:gd name="T0" fmla="*/ 216 w 216"/>
              <a:gd name="T1" fmla="*/ 10 h 247"/>
              <a:gd name="T2" fmla="*/ 216 w 216"/>
              <a:gd name="T3" fmla="*/ 0 h 247"/>
              <a:gd name="T4" fmla="*/ 118 w 216"/>
              <a:gd name="T5" fmla="*/ 0 h 247"/>
              <a:gd name="T6" fmla="*/ 97 w 216"/>
              <a:gd name="T7" fmla="*/ 0 h 247"/>
              <a:gd name="T8" fmla="*/ 0 w 216"/>
              <a:gd name="T9" fmla="*/ 0 h 247"/>
              <a:gd name="T10" fmla="*/ 0 w 216"/>
              <a:gd name="T11" fmla="*/ 10 h 247"/>
              <a:gd name="T12" fmla="*/ 28 w 216"/>
              <a:gd name="T13" fmla="*/ 10 h 247"/>
              <a:gd name="T14" fmla="*/ 28 w 216"/>
              <a:gd name="T15" fmla="*/ 236 h 247"/>
              <a:gd name="T16" fmla="*/ 0 w 216"/>
              <a:gd name="T17" fmla="*/ 236 h 247"/>
              <a:gd name="T18" fmla="*/ 0 w 216"/>
              <a:gd name="T19" fmla="*/ 247 h 247"/>
              <a:gd name="T20" fmla="*/ 97 w 216"/>
              <a:gd name="T21" fmla="*/ 247 h 247"/>
              <a:gd name="T22" fmla="*/ 118 w 216"/>
              <a:gd name="T23" fmla="*/ 247 h 247"/>
              <a:gd name="T24" fmla="*/ 216 w 216"/>
              <a:gd name="T25" fmla="*/ 247 h 247"/>
              <a:gd name="T26" fmla="*/ 216 w 216"/>
              <a:gd name="T27" fmla="*/ 236 h 247"/>
              <a:gd name="T28" fmla="*/ 185 w 216"/>
              <a:gd name="T29" fmla="*/ 236 h 247"/>
              <a:gd name="T30" fmla="*/ 185 w 216"/>
              <a:gd name="T31" fmla="*/ 10 h 247"/>
              <a:gd name="T32" fmla="*/ 216 w 216"/>
              <a:gd name="T33" fmla="*/ 10 h 247"/>
              <a:gd name="T34" fmla="*/ 129 w 216"/>
              <a:gd name="T35" fmla="*/ 236 h 247"/>
              <a:gd name="T36" fmla="*/ 118 w 216"/>
              <a:gd name="T37" fmla="*/ 236 h 247"/>
              <a:gd name="T38" fmla="*/ 97 w 216"/>
              <a:gd name="T39" fmla="*/ 236 h 247"/>
              <a:gd name="T40" fmla="*/ 87 w 216"/>
              <a:gd name="T41" fmla="*/ 236 h 247"/>
              <a:gd name="T42" fmla="*/ 87 w 216"/>
              <a:gd name="T43" fmla="*/ 10 h 247"/>
              <a:gd name="T44" fmla="*/ 97 w 216"/>
              <a:gd name="T45" fmla="*/ 10 h 247"/>
              <a:gd name="T46" fmla="*/ 118 w 216"/>
              <a:gd name="T47" fmla="*/ 10 h 247"/>
              <a:gd name="T48" fmla="*/ 129 w 216"/>
              <a:gd name="T49" fmla="*/ 10 h 247"/>
              <a:gd name="T50" fmla="*/ 129 w 216"/>
              <a:gd name="T51" fmla="*/ 236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16" h="247">
                <a:moveTo>
                  <a:pt x="216" y="10"/>
                </a:moveTo>
                <a:lnTo>
                  <a:pt x="216" y="0"/>
                </a:lnTo>
                <a:lnTo>
                  <a:pt x="118" y="0"/>
                </a:lnTo>
                <a:lnTo>
                  <a:pt x="97" y="0"/>
                </a:lnTo>
                <a:lnTo>
                  <a:pt x="0" y="0"/>
                </a:lnTo>
                <a:lnTo>
                  <a:pt x="0" y="10"/>
                </a:lnTo>
                <a:lnTo>
                  <a:pt x="28" y="10"/>
                </a:lnTo>
                <a:lnTo>
                  <a:pt x="28" y="236"/>
                </a:lnTo>
                <a:lnTo>
                  <a:pt x="0" y="236"/>
                </a:lnTo>
                <a:lnTo>
                  <a:pt x="0" y="247"/>
                </a:lnTo>
                <a:lnTo>
                  <a:pt x="97" y="247"/>
                </a:lnTo>
                <a:lnTo>
                  <a:pt x="118" y="247"/>
                </a:lnTo>
                <a:lnTo>
                  <a:pt x="216" y="247"/>
                </a:lnTo>
                <a:lnTo>
                  <a:pt x="216" y="236"/>
                </a:lnTo>
                <a:lnTo>
                  <a:pt x="185" y="236"/>
                </a:lnTo>
                <a:lnTo>
                  <a:pt x="185" y="10"/>
                </a:lnTo>
                <a:lnTo>
                  <a:pt x="216" y="10"/>
                </a:lnTo>
                <a:close/>
                <a:moveTo>
                  <a:pt x="129" y="236"/>
                </a:moveTo>
                <a:lnTo>
                  <a:pt x="118" y="236"/>
                </a:lnTo>
                <a:lnTo>
                  <a:pt x="97" y="236"/>
                </a:lnTo>
                <a:lnTo>
                  <a:pt x="87" y="236"/>
                </a:lnTo>
                <a:lnTo>
                  <a:pt x="87" y="10"/>
                </a:lnTo>
                <a:lnTo>
                  <a:pt x="97" y="10"/>
                </a:lnTo>
                <a:lnTo>
                  <a:pt x="118" y="10"/>
                </a:lnTo>
                <a:lnTo>
                  <a:pt x="129" y="10"/>
                </a:lnTo>
                <a:lnTo>
                  <a:pt x="129" y="2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3305" tIns="31652" rIns="63305" bIns="31652" numCol="1" anchor="t" anchorCtr="0" compatLnSpc="1">
            <a:prstTxWarp prst="textNoShape">
              <a:avLst/>
            </a:prstTxWarp>
          </a:bodyPr>
          <a:lstStyle/>
          <a:p>
            <a:endParaRPr lang="ko-KR" altLang="en-US" sz="1246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6807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24">
            <a:extLst>
              <a:ext uri="{FF2B5EF4-FFF2-40B4-BE49-F238E27FC236}">
                <a16:creationId xmlns:a16="http://schemas.microsoft.com/office/drawing/2014/main" id="{E8363737-0FA4-1F4A-BA95-CCC2C81FB5AC}"/>
              </a:ext>
            </a:extLst>
          </p:cNvPr>
          <p:cNvSpPr txBox="1"/>
          <p:nvPr/>
        </p:nvSpPr>
        <p:spPr>
          <a:xfrm>
            <a:off x="848544" y="1088740"/>
            <a:ext cx="1986194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algn="ctr" defTabSz="903124">
              <a:spcBef>
                <a:spcPts val="363"/>
              </a:spcBef>
              <a:defRPr sz="1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/>
                </a:solidFill>
              </a:rPr>
              <a:t>Executive Summary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A08BF81-E9ED-A0F8-E795-06655C007501}"/>
              </a:ext>
            </a:extLst>
          </p:cNvPr>
          <p:cNvGrpSpPr/>
          <p:nvPr/>
        </p:nvGrpSpPr>
        <p:grpSpPr>
          <a:xfrm>
            <a:off x="324000" y="1737392"/>
            <a:ext cx="1810232" cy="184666"/>
            <a:chOff x="324000" y="1332000"/>
            <a:chExt cx="1810232" cy="18466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A3AFAB3-3183-CA6A-1797-46DFC82EF7A6}"/>
                </a:ext>
              </a:extLst>
            </p:cNvPr>
            <p:cNvSpPr/>
            <p:nvPr/>
          </p:nvSpPr>
          <p:spPr>
            <a:xfrm>
              <a:off x="352800" y="1332000"/>
              <a:ext cx="1781432" cy="184666"/>
            </a:xfrm>
            <a:prstGeom prst="rect">
              <a:avLst/>
            </a:prstGeom>
          </p:spPr>
          <p:txBody>
            <a:bodyPr wrap="none" lIns="72000" tIns="0" rIns="72000" bIns="0">
              <a:spAutoFit/>
            </a:bodyPr>
            <a:lstStyle/>
            <a:p>
              <a:r>
                <a:rPr lang="ko-KR" altLang="en-US" sz="1200" b="1" spc="3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나눔바른고딕 Light" panose="020B0603020101020101" pitchFamily="50" charset="-127"/>
                  <a:ea typeface="나눔바른고딕 Light" panose="020B0603020101020101" pitchFamily="50" charset="-127"/>
                </a:rPr>
                <a:t>문항별 만족도 점수 분포도</a:t>
              </a:r>
              <a:endParaRPr lang="en-US" altLang="ko-KR" sz="1200" b="1" spc="3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BAD38957-AC2A-A17D-6EAF-6B20765B5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00" y="1350000"/>
              <a:ext cx="28800" cy="1008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solidFill>
                  <a:schemeClr val="lt1"/>
                </a:solidFill>
              </a:endParaRPr>
            </a:p>
          </p:txBody>
        </p:sp>
      </p:grp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28A5A39E-8F4F-0617-E39C-D7A7CB4D78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3171629"/>
              </p:ext>
            </p:extLst>
          </p:nvPr>
        </p:nvGraphicFramePr>
        <p:xfrm>
          <a:off x="324000" y="1940057"/>
          <a:ext cx="9154800" cy="3328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7EA194D-923A-FC9F-B30F-9458FF721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285"/>
              </p:ext>
            </p:extLst>
          </p:nvPr>
        </p:nvGraphicFramePr>
        <p:xfrm>
          <a:off x="375600" y="5304932"/>
          <a:ext cx="9154800" cy="961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5800">
                  <a:extLst>
                    <a:ext uri="{9D8B030D-6E8A-4147-A177-3AD203B41FA5}">
                      <a16:colId xmlns:a16="http://schemas.microsoft.com/office/drawing/2014/main" val="1029863226"/>
                    </a:ext>
                  </a:extLst>
                </a:gridCol>
              </a:tblGrid>
              <a:tr h="29200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10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교육 내용 만족도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10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강사 만족도</a:t>
                      </a:r>
                      <a:endParaRPr lang="en-US" altLang="ko-KR" sz="11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10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교육 운영 만족도</a:t>
                      </a: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교육 성과 만족도</a:t>
                      </a: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ko-KR" altLang="en-US" sz="11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과정 전반 만족도</a:t>
                      </a: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6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5.00 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5.00 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4.93 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5.00 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5.00 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5.00 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512"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</a:rPr>
                        <a:t>4.99 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162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0552" y="1090540"/>
            <a:ext cx="8517179" cy="286232"/>
          </a:xfrm>
        </p:spPr>
        <p:txBody>
          <a:bodyPr/>
          <a:lstStyle/>
          <a:p>
            <a:r>
              <a:rPr lang="ko-KR" altLang="en-US" dirty="0"/>
              <a:t>정량 평가 결과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3BE71AA-AB06-CCFE-E385-FDD59E392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664130"/>
              </p:ext>
            </p:extLst>
          </p:nvPr>
        </p:nvGraphicFramePr>
        <p:xfrm>
          <a:off x="324000" y="1520824"/>
          <a:ext cx="9252088" cy="4824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항목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문항</a:t>
                      </a: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평균</a:t>
                      </a: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응답인원</a:t>
                      </a: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369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교육</a:t>
                      </a:r>
                      <a:r>
                        <a:rPr lang="en-US" altLang="ko-KR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내용</a:t>
                      </a:r>
                      <a:endParaRPr lang="en-US" altLang="ko-KR" sz="115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ko-KR" altLang="en-US" sz="12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20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ko-KR" altLang="en-US" sz="12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20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ko-KR" altLang="en-US" sz="12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20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36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강사</a:t>
                      </a:r>
                      <a:endParaRPr lang="en-US" altLang="ko-KR" sz="115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97187"/>
                  </a:ext>
                </a:extLst>
              </a:tr>
              <a:tr h="266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en-US" altLang="ko-KR" sz="115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157564"/>
                  </a:ext>
                </a:extLst>
              </a:tr>
              <a:tr h="266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en-US" altLang="ko-KR" sz="115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97373"/>
                  </a:ext>
                </a:extLst>
              </a:tr>
              <a:tr h="26636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교육 운영</a:t>
                      </a:r>
                      <a:endParaRPr lang="en-US" altLang="ko-KR" sz="115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altLang="ko-KR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en-US" altLang="ko-KR" sz="12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altLang="ko-KR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en-US" altLang="ko-KR" sz="12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altLang="ko-KR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36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교육 성과</a:t>
                      </a:r>
                      <a:endParaRPr lang="en-US" altLang="ko-KR" sz="115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altLang="ko-KR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en-US" altLang="ko-KR" sz="12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altLang="ko-KR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en-US" altLang="ko-KR" sz="120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altLang="ko-KR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36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150" b="1" kern="1200" dirty="0" err="1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이노체인저로서의</a:t>
                      </a:r>
                      <a:endParaRPr lang="en-US" altLang="ko-KR" sz="115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인식 변화</a:t>
                      </a:r>
                      <a:endParaRPr lang="en-US" altLang="ko-KR" sz="115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altLang="ko-KR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384515"/>
                  </a:ext>
                </a:extLst>
              </a:tr>
              <a:tr h="266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en-US" altLang="ko-KR" sz="115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altLang="ko-KR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433461"/>
                  </a:ext>
                </a:extLst>
              </a:tr>
              <a:tr h="266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endParaRPr lang="en-US" altLang="ko-KR" sz="115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altLang="ko-KR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125171"/>
                  </a:ext>
                </a:extLst>
              </a:tr>
              <a:tr h="2962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B00101"/>
                        </a:buClr>
                        <a:buSzTx/>
                        <a:buFont typeface="Times" pitchFamily="18" charset="0"/>
                        <a:buNone/>
                        <a:tabLst/>
                      </a:pPr>
                      <a:r>
                        <a:rPr lang="ko-KR" altLang="en-US" sz="1150" b="1" kern="120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나눔바른고딕 Light" panose="020B0603020101020101" pitchFamily="50" charset="-127"/>
                          <a:ea typeface="나눔바른고딕 Light" panose="020B0603020101020101" pitchFamily="50" charset="-127"/>
                          <a:cs typeface="+mn-cs"/>
                        </a:rPr>
                        <a:t>과정 전반</a:t>
                      </a:r>
                      <a:endParaRPr lang="en-US" altLang="ko-KR" sz="1150" b="1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en-US" altLang="ko-KR" sz="115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5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1200" kern="120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나눔바른고딕 Light" panose="020B0603020101020101" pitchFamily="50" charset="-127"/>
                        <a:ea typeface="나눔바른고딕 Light" panose="020B0603020101020101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95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812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20552" y="1088740"/>
            <a:ext cx="8517179" cy="286232"/>
          </a:xfrm>
        </p:spPr>
        <p:txBody>
          <a:bodyPr/>
          <a:lstStyle/>
          <a:p>
            <a:r>
              <a:rPr lang="ko-KR" altLang="en-US" dirty="0"/>
              <a:t>정성 평가 결과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331012" y="1650741"/>
            <a:ext cx="9258750" cy="2138299"/>
            <a:chOff x="323625" y="1323814"/>
            <a:chExt cx="9258750" cy="4530994"/>
          </a:xfrm>
        </p:grpSpPr>
        <p:sp>
          <p:nvSpPr>
            <p:cNvPr id="21" name="직사각형 20"/>
            <p:cNvSpPr/>
            <p:nvPr/>
          </p:nvSpPr>
          <p:spPr>
            <a:xfrm>
              <a:off x="352800" y="1323814"/>
              <a:ext cx="1150168" cy="391302"/>
            </a:xfrm>
            <a:prstGeom prst="rect">
              <a:avLst/>
            </a:prstGeom>
          </p:spPr>
          <p:txBody>
            <a:bodyPr wrap="none" lIns="72000" tIns="0" rIns="72000" bIns="0">
              <a:spAutoFit/>
            </a:bodyPr>
            <a:lstStyle/>
            <a:p>
              <a:r>
                <a:rPr lang="ko-KR" altLang="en-US" sz="1200" b="1" spc="3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나눔바른고딕 Light" panose="020B0603020101020101" pitchFamily="50" charset="-127"/>
                  <a:ea typeface="나눔바른고딕 Light" panose="020B0603020101020101" pitchFamily="50" charset="-127"/>
                </a:rPr>
                <a:t>정성평가 문항</a:t>
              </a:r>
              <a:endParaRPr lang="en-US" altLang="ko-KR" sz="1200" b="1" spc="3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23625" y="1891819"/>
              <a:ext cx="9258750" cy="39629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154800" rIns="90000" bIns="154800" rtlCol="0" anchor="t"/>
            <a:lstStyle/>
            <a:p>
              <a:pPr marL="171450" indent="-108000" fontAlgn="base" latinLnBrk="0">
                <a:lnSpc>
                  <a:spcPct val="150000"/>
                </a:lnSpc>
                <a:spcBef>
                  <a:spcPts val="600"/>
                </a:spcBef>
                <a:spcAft>
                  <a:spcPts val="30"/>
                </a:spcAft>
                <a:buClr>
                  <a:schemeClr val="tx1">
                    <a:lumMod val="85000"/>
                    <a:lumOff val="1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나눔바른고딕 Light" panose="020B0603020101020101" pitchFamily="50" charset="-127"/>
                  <a:ea typeface="나눔바른고딕 Light" panose="020B0603020101020101" pitchFamily="50" charset="-127"/>
                </a:rPr>
                <a:t>정성평가 결과</a:t>
              </a:r>
              <a:endParaRPr lang="en-US" altLang="ko-KR" sz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9B6BCC-1744-75BA-EC98-B4F28D9F178C}"/>
              </a:ext>
            </a:extLst>
          </p:cNvPr>
          <p:cNvGrpSpPr/>
          <p:nvPr/>
        </p:nvGrpSpPr>
        <p:grpSpPr>
          <a:xfrm>
            <a:off x="331012" y="4110982"/>
            <a:ext cx="9258750" cy="2138299"/>
            <a:chOff x="323625" y="1323814"/>
            <a:chExt cx="9258750" cy="4530994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BCD21CB-98AB-0196-DBF5-05697993D5A9}"/>
                </a:ext>
              </a:extLst>
            </p:cNvPr>
            <p:cNvSpPr/>
            <p:nvPr/>
          </p:nvSpPr>
          <p:spPr>
            <a:xfrm>
              <a:off x="352800" y="1323814"/>
              <a:ext cx="1150168" cy="391302"/>
            </a:xfrm>
            <a:prstGeom prst="rect">
              <a:avLst/>
            </a:prstGeom>
          </p:spPr>
          <p:txBody>
            <a:bodyPr wrap="none" lIns="72000" tIns="0" rIns="72000" bIns="0">
              <a:spAutoFit/>
            </a:bodyPr>
            <a:lstStyle/>
            <a:p>
              <a:r>
                <a:rPr lang="ko-KR" altLang="en-US" sz="1200" b="1" spc="3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나눔바른고딕 Light" panose="020B0603020101020101" pitchFamily="50" charset="-127"/>
                  <a:ea typeface="나눔바른고딕 Light" panose="020B0603020101020101" pitchFamily="50" charset="-127"/>
                </a:rPr>
                <a:t>정성평가 문항</a:t>
              </a:r>
              <a:endParaRPr lang="en-US" altLang="ko-KR" sz="1200" b="1" spc="3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827405E-017D-A57C-B261-DBCA2366AA36}"/>
                </a:ext>
              </a:extLst>
            </p:cNvPr>
            <p:cNvSpPr/>
            <p:nvPr/>
          </p:nvSpPr>
          <p:spPr>
            <a:xfrm>
              <a:off x="323625" y="1891819"/>
              <a:ext cx="9258750" cy="39629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154800" rIns="90000" bIns="154800" rtlCol="0" anchor="t"/>
            <a:lstStyle/>
            <a:p>
              <a:pPr marL="171450" indent="-108000" fontAlgn="base" latinLnBrk="0">
                <a:lnSpc>
                  <a:spcPct val="140000"/>
                </a:lnSpc>
                <a:spcBef>
                  <a:spcPts val="600"/>
                </a:spcBef>
                <a:spcAft>
                  <a:spcPts val="30"/>
                </a:spcAft>
                <a:buClr>
                  <a:schemeClr val="tx1">
                    <a:lumMod val="85000"/>
                    <a:lumOff val="1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나눔바른고딕 Light" panose="020B0603020101020101" pitchFamily="50" charset="-127"/>
                  <a:ea typeface="나눔바른고딕 Light" panose="020B0603020101020101" pitchFamily="50" charset="-127"/>
                </a:rPr>
                <a:t>정성평가 결과</a:t>
              </a:r>
              <a:endParaRPr lang="en-US" altLang="ko-KR" sz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나눔바른고딕 Light" panose="020B0603020101020101" pitchFamily="50" charset="-127"/>
                <a:ea typeface="나눔바른고딕 Light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19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18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5100</TotalTime>
  <Words>141</Words>
  <Application>Microsoft Office PowerPoint</Application>
  <PresentationFormat>A4 용지(210x297mm)</PresentationFormat>
  <Paragraphs>73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7" baseType="lpstr">
      <vt:lpstr>Century Gothic</vt:lpstr>
      <vt:lpstr>나눔스퀘어 Light</vt:lpstr>
      <vt:lpstr>나눔스퀘어</vt:lpstr>
      <vt:lpstr>나눔바른고딕</vt:lpstr>
      <vt:lpstr>Times</vt:lpstr>
      <vt:lpstr>현대산스 Head Light</vt:lpstr>
      <vt:lpstr>나눔바른고딕 Light</vt:lpstr>
      <vt:lpstr>Arial</vt:lpstr>
      <vt:lpstr>KoPubWorld돋움체 Medium</vt:lpstr>
      <vt:lpstr>나눔스퀘어 ExtraBold</vt:lpstr>
      <vt:lpstr>맑은 고딕</vt:lpstr>
      <vt:lpstr>나눔스퀘어 네오 Bold</vt:lpstr>
      <vt:lpstr>KoPub돋움체 Medium</vt:lpstr>
      <vt:lpstr>KoPubWorld돋움체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정량 평가 결과</vt:lpstr>
      <vt:lpstr>정성 평가 결과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EXPERT</dc:creator>
  <cp:lastModifiedBy>이 승수</cp:lastModifiedBy>
  <cp:revision>470</cp:revision>
  <dcterms:created xsi:type="dcterms:W3CDTF">2019-02-01T06:44:46Z</dcterms:created>
  <dcterms:modified xsi:type="dcterms:W3CDTF">2026-04-15T02:07:25Z</dcterms:modified>
</cp:coreProperties>
</file>